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c67120460e48b3" /><Relationship Type="http://schemas.openxmlformats.org/officeDocument/2006/relationships/extended-properties" Target="/docProps/app.xml" Id="R1a81f5eb1be7448d" /><Relationship Type="http://schemas.openxmlformats.org/officeDocument/2006/relationships/officeDocument" Target="/ppt/presentation.xml" Id="Rfa24575bd7004d73" /></Relationships>
</file>

<file path=ppt/presentation.xml><?xml version="1.0" encoding="utf-8"?>
<p:presentation xmlns:p="http://schemas.openxmlformats.org/presentationml/2006/main">
  <p:sldMasterIdLst>
    <p:sldMasterId xmlns:r="http://schemas.openxmlformats.org/officeDocument/2006/relationships" id="2147483648" r:id="R4022e34b85b34a1e"/>
  </p:sldMasterIdLst>
  <p:notesMasterIdLst>
    <p:notesMasterId xmlns:r="http://schemas.openxmlformats.org/officeDocument/2006/relationships" r:id="Ra47a6a5bd84c4cdf"/>
  </p:notesMasterIdLst>
  <p:sldIdLst>
    <p:sldId xmlns:r="http://schemas.openxmlformats.org/officeDocument/2006/relationships" id="256" r:id="Reb3d365872694bef"/>
    <p:sldId xmlns:r="http://schemas.openxmlformats.org/officeDocument/2006/relationships" id="257" r:id="Rfbf0a759e676435a"/>
    <p:sldId xmlns:r="http://schemas.openxmlformats.org/officeDocument/2006/relationships" id="258" r:id="R97ef6f996de64a27"/>
    <p:sldId xmlns:r="http://schemas.openxmlformats.org/officeDocument/2006/relationships" id="259" r:id="Rde65ab02d35e4f6f"/>
    <p:sldId xmlns:r="http://schemas.openxmlformats.org/officeDocument/2006/relationships" id="260" r:id="R3733d73519854396"/>
    <p:sldId xmlns:r="http://schemas.openxmlformats.org/officeDocument/2006/relationships" id="261" r:id="Rff816c11cfb54cc1"/>
    <p:sldId xmlns:r="http://schemas.openxmlformats.org/officeDocument/2006/relationships" id="262" r:id="Rb214d57798bd48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97a58ef0a04067" /><Relationship Type="http://schemas.openxmlformats.org/officeDocument/2006/relationships/slideMaster" Target="/ppt/slideMasters/slideMaster1.xml" Id="R4022e34b85b34a1e" /><Relationship Type="http://schemas.openxmlformats.org/officeDocument/2006/relationships/notesMaster" Target="/ppt/notesMasters/notesMaster1.xml" Id="Ra47a6a5bd84c4cdf" /><Relationship Type="http://schemas.openxmlformats.org/officeDocument/2006/relationships/presProps" Target="/ppt/presProps.xml" Id="Rc3a812c3797749d0" /><Relationship Type="http://schemas.openxmlformats.org/officeDocument/2006/relationships/tableStyles" Target="/ppt/tableStyles.xml" Id="Rd730b17dd6274523" /><Relationship Type="http://schemas.openxmlformats.org/officeDocument/2006/relationships/slide" Target="/ppt/slides/slide1.xml" Id="Reb3d365872694bef" /><Relationship Type="http://schemas.openxmlformats.org/officeDocument/2006/relationships/slide" Target="/ppt/slides/slide2.xml" Id="Rfbf0a759e676435a" /><Relationship Type="http://schemas.openxmlformats.org/officeDocument/2006/relationships/slide" Target="/ppt/slides/slide3.xml" Id="R97ef6f996de64a27" /><Relationship Type="http://schemas.openxmlformats.org/officeDocument/2006/relationships/slide" Target="/ppt/slides/slide4.xml" Id="Rde65ab02d35e4f6f" /><Relationship Type="http://schemas.openxmlformats.org/officeDocument/2006/relationships/slide" Target="/ppt/slides/slide5.xml" Id="R3733d73519854396" /><Relationship Type="http://schemas.openxmlformats.org/officeDocument/2006/relationships/slide" Target="/ppt/slides/slide6.xml" Id="Rff816c11cfb54cc1" /><Relationship Type="http://schemas.openxmlformats.org/officeDocument/2006/relationships/slide" Target="/ppt/slides/slide7.xml" Id="Rb214d57798bd48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767ccd015d4c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8475e4827d4adb" /><Relationship Type="http://schemas.openxmlformats.org/officeDocument/2006/relationships/notesMaster" Target="/ppt/notesMasters/notesMaster1.xml" Id="R4a2abaf75b4242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74b0d15d9b4f3f" /><Relationship Type="http://schemas.openxmlformats.org/officeDocument/2006/relationships/notesMaster" Target="/ppt/notesMasters/notesMaster1.xml" Id="Rebb2bd405b4042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6e2045a91d4729" /><Relationship Type="http://schemas.openxmlformats.org/officeDocument/2006/relationships/notesMaster" Target="/ppt/notesMasters/notesMaster1.xml" Id="R3156ee32389c4f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7a1b5cae334dce" /><Relationship Type="http://schemas.openxmlformats.org/officeDocument/2006/relationships/notesMaster" Target="/ppt/notesMasters/notesMaster1.xml" Id="R8faede2989934a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4925b5cab2425a" /><Relationship Type="http://schemas.openxmlformats.org/officeDocument/2006/relationships/notesMaster" Target="/ppt/notesMasters/notesMaster1.xml" Id="R4e73e59632bf4d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5b57f669ff4467" /><Relationship Type="http://schemas.openxmlformats.org/officeDocument/2006/relationships/notesMaster" Target="/ppt/notesMasters/notesMaster1.xml" Id="R97b21e7e3da240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c5b05813534eed" /><Relationship Type="http://schemas.openxmlformats.org/officeDocument/2006/relationships/notesMaster" Target="/ppt/notesMasters/notesMaster1.xml" Id="R903df01d4c164b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protein-level research classification project. No trained binary classifier or held-out performance metrics are available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label describes protein-level literature evidence, not an individual person. A post-event measurement cannot be read as evidence of pre-event risk. Reviews, animal-only work, database annotations, and candidate lists do not qualify by themselves.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is intentionally conservative. A protein is not called negative because it had a nonsignificant result in one panel or because a search returned zero hits. Current unresolved cases are F8 and CST5.</a:t>
            </a:r>
          </a:p>
          <a:p xmlns:a="http://schemas.openxmlformats.org/drawingml/2006/main">
            <a:br/>
            <a:r>
              <a:t>Sources and provenance: Label rules and counts: repository files docs/evidence_and_labels.md and data/raw/evidence_curation.csv (retrieved/updated 2026-10-25).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NCBI sequence retrieval was previously successful for 42 human RefSeq records. After five new proteins were upgraded to positive based on primary human studies, their sequences were not yet in the processed table; IL12B was also still missing. A later retrieval attempt reused the 42 validated records and failed to reach NCBI for the six missing records.</a:t>
            </a:r>
          </a:p>
          <a:p xmlns:a="http://schemas.openxmlformats.org/drawingml/2006/main">
            <a:br/>
            <a:r>
              <a:t>Sources and provenance: Sequence provenance: NCBI Protein RefSeq records; exact accessions and URLs in data/processed/proteins_esm.csv. Retrieval attempt 2026-10-25 reused 42 local verified sequences; NCBI could not be reached for six missing accessions.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is not the research novelty. The contribution is the evidence-curated question and dataset. The proposed encoder is esm2_t6_8M_UR50D with frozen weights, residue mean pooling, and regularized logistic regression.</a:t>
            </a:r>
          </a:p>
          <a:p xmlns:a="http://schemas.openxmlformats.org/drawingml/2006/main">
            <a:br/>
            <a:r>
              <a:t>Sources and provenance: Method specification: repository README.md and docs/model3_esm2_dataset.md. Primary literature for additions: Angerfors et al., DOI 10.1186/s12974-023-02912-9, PMID 37794467, https://link.springer.com/article/10.1186/s12974-023-02912-9; McLouth et al., DOI 10.1186/s12974-024-03201-9, PMID 39154085, https://pmc.ncbi.nlm.nih.gov/articles/PMC11330053/.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pool contains CST5 as unresolved after a zero-hit alias query; F8 remains unresolved because an existing human study did not isolate its effect. These are not being converted into negative labels.</a:t>
            </a:r>
          </a:p>
          <a:p xmlns:a="http://schemas.openxmlformats.org/drawingml/2006/main">
            <a:br/>
            <a:r>
              <a:t>Sources and provenance: Readiness counts: output from python scripts/check_dataset_readiness.py, run 2026-10-25. The script reports no similarity groups, 42 all-positive sequence rows, and dataset not ready for binary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live demo today, show the curation table and run scripts/check_dataset_readiness.py. It should report the current positive, candidate_negative, unresolved, sequence, and similarity-group counts. Do not enter a protein and show a class prediction because there is no trained binary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977dffed2043c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4cff6cae3c54f5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893bd28200046d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654ae3d78cc46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cd85a836e244ba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c2cd2d8fd5540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468B45-AC2D-44F1-B734-C4A91583DD2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586002-FD10-4526-9CB1-FDDAE3928CA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6CBA72-6F23-4468-950E-8E6F96F7092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DABE1B-15CF-40DF-AAC2-A6ECB0394C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BA3DF96-64D7-4850-B63C-27B46FD0AB7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0210788-33C6-47B6-A466-3348394F4A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2383562-A2F5-4DA2-8B3D-A1ADA4D667A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B191690-215C-4E04-8402-6C7D92EE618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09409A-DBF2-4531-8E7D-6A9A884505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367E18-3197-419D-A545-221FF46E62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7a6112e9cd4411" /><Relationship Type="http://schemas.openxmlformats.org/officeDocument/2006/relationships/slideLayout" Target="/ppt/slideLayouts/slideLayout1.xml" Id="R592609a5e8b6464c" /><Relationship Type="http://schemas.openxmlformats.org/officeDocument/2006/relationships/slideLayout" Target="/ppt/slideLayouts/slideLayout2.xml" Id="Ra8279d964034415a" /><Relationship Type="http://schemas.openxmlformats.org/officeDocument/2006/relationships/slideLayout" Target="/ppt/slideLayouts/slideLayout3.xml" Id="R9deb80e2a4aa4182" /><Relationship Type="http://schemas.openxmlformats.org/officeDocument/2006/relationships/slideLayout" Target="/ppt/slideLayouts/slideLayout4.xml" Id="Rac1dd506ea0d4bd7" /><Relationship Type="http://schemas.openxmlformats.org/officeDocument/2006/relationships/slideLayout" Target="/ppt/slideLayouts/slideLayout5.xml" Id="Ra03a302c8ba64c02" /><Relationship Type="http://schemas.openxmlformats.org/officeDocument/2006/relationships/slideLayout" Target="/ppt/slideLayouts/slideLayout6.xml" Id="R5fc62fe2a3b642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2609a5e8b6464c"/>
    <p:sldLayoutId xmlns:r="http://schemas.openxmlformats.org/officeDocument/2006/relationships" id="2147483650" r:id="Ra8279d964034415a"/>
    <p:sldLayoutId xmlns:r="http://schemas.openxmlformats.org/officeDocument/2006/relationships" id="2147483651" r:id="R9deb80e2a4aa4182"/>
    <p:sldLayoutId xmlns:r="http://schemas.openxmlformats.org/officeDocument/2006/relationships" id="2147483652" r:id="Rac1dd506ea0d4bd7"/>
    <p:sldLayoutId xmlns:r="http://schemas.openxmlformats.org/officeDocument/2006/relationships" id="2147483653" r:id="Ra03a302c8ba64c02"/>
    <p:sldLayoutId xmlns:r="http://schemas.openxmlformats.org/officeDocument/2006/relationships" id="2147483654" r:id="R5fc62fe2a3b642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ae136b2b55246c9" /><Relationship Type="http://schemas.openxmlformats.org/officeDocument/2006/relationships/notesSlide" Target="/ppt/notesSlides/notesSlide1.xml" Id="Rdc867e3416a04c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0a14c959dc54943" /><Relationship Type="http://schemas.openxmlformats.org/officeDocument/2006/relationships/notesSlide" Target="/ppt/notesSlides/notesSlide2.xml" Id="R77228a4b50ee40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bb693ff2fee4ea4" /><Relationship Type="http://schemas.openxmlformats.org/officeDocument/2006/relationships/notesSlide" Target="/ppt/notesSlides/notesSlide3.xml" Id="Rc1f6491484b041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1674f8620fa40e2" /><Relationship Type="http://schemas.openxmlformats.org/officeDocument/2006/relationships/notesSlide" Target="/ppt/notesSlides/notesSlide4.xml" Id="R5f7f4fa0c6b34b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8885d3dfb7c459a" /><Relationship Type="http://schemas.openxmlformats.org/officeDocument/2006/relationships/notesSlide" Target="/ppt/notesSlides/notesSlide5.xml" Id="R39573e9bdb6040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b91f2bae70f41d2" /><Relationship Type="http://schemas.openxmlformats.org/officeDocument/2006/relationships/notesSlide" Target="/ppt/notesSlides/notesSlide6.xml" Id="R3f6e1083157e4e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9de61c67ce54413" /><Relationship Type="http://schemas.openxmlformats.org/officeDocument/2006/relationships/notesSlide" Target="/ppt/notesSlides/notesSlide7.xml" Id="R2fc92e4ac5ae465b" /></Relationships>
</file>

<file path=ppt/slides/slide1.xml><?xml version="1.0" encoding="utf-8"?>
<p:sld xmlns:p="http://schemas.openxmlformats.org/presentationml/2006/main">
  <p:cSld>
    <p:bg>
      <p:bgPr>
        <a:solidFill xmlns:a="http://schemas.openxmlformats.org/drawingml/2006/main">
          <a:srgbClr val="12304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A55BCA-3440-4B1F-8E11-FA6637CBC12E}"/>
              </a:ext>
            </a:extLst>
          </p:cNvPr>
          <p:cNvSpPr>
            <a:spLocks xmlns:a="http://schemas.openxmlformats.org/drawingml/2006/main" noGrp="1"/>
          </p:cNvSpPr>
          <p:nvPr/>
        </p:nvSpPr>
        <p:spPr>
          <a:xfrm xmlns:a="http://schemas.openxmlformats.org/drawingml/2006/main">
            <a:off x="685800" y="914400"/>
            <a:ext cx="76200" cy="4324350"/>
          </a:xfrm>
          <a:prstGeom xmlns:a="http://schemas.openxmlformats.org/drawingml/2006/main" prst="rect">
            <a:avLst/>
          </a:prstGeom>
          <a:solidFill xmlns:a="http://schemas.openxmlformats.org/drawingml/2006/main">
            <a:srgbClr val="1E7A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DE719C-F9F2-495B-92E1-664D88B84047}"/>
              </a:ext>
            </a:extLst>
          </p:cNvPr>
          <p:cNvSpPr>
            <a:spLocks xmlns:a="http://schemas.openxmlformats.org/drawingml/2006/main" noGrp="1"/>
          </p:cNvSpPr>
          <p:nvPr/>
        </p:nvSpPr>
        <p:spPr>
          <a:xfrm xmlns:a="http://schemas.openxmlformats.org/drawingml/2006/main">
            <a:off x="1066800" y="1200150"/>
            <a:ext cx="971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lnSpc>
                <a:spcPct val="108000"/>
              </a:lnSpc>
              <a:buNone/>
              <a:defRPr sz="3900" b="1">
                <a:solidFill>
                  <a:srgbClr val="FFFFFF"/>
                </a:solidFill>
                <a:latin typeface="Arial"/>
                <a:ea typeface="Arial"/>
                <a:cs typeface="Arial"/>
              </a:defRPr>
            </a:pPr>
            <a:r>
              <a:rPr sz="3900" b="1">
                <a:solidFill>
                  <a:srgbClr val="FFFFFF"/>
                </a:solidFill>
                <a:latin typeface="Arial"/>
                <a:ea typeface="Arial"/>
                <a:cs typeface="Arial"/>
              </a:rPr>
              <a:t>StrokeProt-AI</a:t>
            </a:r>
          </a:p>
        </p:txBody>
      </p:sp>
      <p:sp>
        <p:nvSpPr>
          <p:cNvPr id="3" name="">
            <a:extLst xmlns:a="http://schemas.openxmlformats.org/drawingml/2006/main">
              <a:ext uri="{FF2B5EF4-FFF2-40B4-BE49-F238E27FC236}">
                <a16:creationId xmlns:a16="http://schemas.microsoft.com/office/drawing/2014/main" id="{219BB49A-C33F-4A2C-9BE5-84C97E21B9E9}"/>
              </a:ext>
            </a:extLst>
          </p:cNvPr>
          <p:cNvSpPr>
            <a:spLocks xmlns:a="http://schemas.openxmlformats.org/drawingml/2006/main" noGrp="1"/>
          </p:cNvSpPr>
          <p:nvPr/>
        </p:nvSpPr>
        <p:spPr>
          <a:xfrm xmlns:a="http://schemas.openxmlformats.org/drawingml/2006/main">
            <a:off x="1066800" y="2095500"/>
            <a:ext cx="9715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a:solidFill>
                  <a:srgbClr val="DCE8EF"/>
                </a:solidFill>
                <a:latin typeface="Arial"/>
                <a:ea typeface="Arial"/>
                <a:cs typeface="Arial"/>
              </a:defRPr>
            </a:defPPr>
            <a:lvl1pPr algn="l">
              <a:defRPr sz="2250" b="0">
                <a:solidFill>
                  <a:srgbClr val="DCE8EF"/>
                </a:solidFill>
                <a:latin typeface="Arial"/>
                <a:ea typeface="Arial"/>
                <a:cs typeface="Arial"/>
              </a:defRPr>
            </a:lvl1pPr>
            <a:lvl2pPr algn="l">
              <a:defRPr sz="2250" b="0">
                <a:solidFill>
                  <a:srgbClr val="DCE8EF"/>
                </a:solidFill>
                <a:latin typeface="Arial"/>
                <a:ea typeface="Arial"/>
                <a:cs typeface="Arial"/>
              </a:defRPr>
            </a:lvl2pPr>
            <a:lvl3pPr algn="l">
              <a:defRPr sz="2250" b="0">
                <a:solidFill>
                  <a:srgbClr val="DCE8EF"/>
                </a:solidFill>
                <a:latin typeface="Arial"/>
                <a:ea typeface="Arial"/>
                <a:cs typeface="Arial"/>
              </a:defRPr>
            </a:lvl3pPr>
            <a:lvl4pPr algn="l">
              <a:defRPr sz="2250" b="0">
                <a:solidFill>
                  <a:srgbClr val="DCE8EF"/>
                </a:solidFill>
                <a:latin typeface="Arial"/>
                <a:ea typeface="Arial"/>
                <a:cs typeface="Arial"/>
              </a:defRPr>
            </a:lvl4pPr>
            <a:lvl5pPr algn="l">
              <a:defRPr sz="2250" b="0">
                <a:solidFill>
                  <a:srgbClr val="DCE8EF"/>
                </a:solidFill>
                <a:latin typeface="Arial"/>
                <a:ea typeface="Arial"/>
                <a:cs typeface="Arial"/>
              </a:defRPr>
            </a:lvl5pPr>
            <a:lvl6pPr algn="l">
              <a:defRPr sz="2250" b="0">
                <a:solidFill>
                  <a:srgbClr val="DCE8EF"/>
                </a:solidFill>
                <a:latin typeface="Arial"/>
                <a:ea typeface="Arial"/>
                <a:cs typeface="Arial"/>
              </a:defRPr>
            </a:lvl6pPr>
            <a:lvl7pPr algn="l">
              <a:defRPr sz="2250" b="0">
                <a:solidFill>
                  <a:srgbClr val="DCE8EF"/>
                </a:solidFill>
                <a:latin typeface="Arial"/>
                <a:ea typeface="Arial"/>
                <a:cs typeface="Arial"/>
              </a:defRPr>
            </a:lvl7pPr>
            <a:lvl8pPr algn="l">
              <a:defRPr sz="2250" b="0">
                <a:solidFill>
                  <a:srgbClr val="DCE8EF"/>
                </a:solidFill>
                <a:latin typeface="Arial"/>
                <a:ea typeface="Arial"/>
                <a:cs typeface="Arial"/>
              </a:defRPr>
            </a:lvl8pPr>
            <a:lvl9pPr algn="l">
              <a:defRPr sz="2250" b="0">
                <a:solidFill>
                  <a:srgbClr val="DCE8EF"/>
                </a:solidFill>
                <a:latin typeface="Arial"/>
                <a:ea typeface="Arial"/>
                <a:cs typeface="Arial"/>
              </a:defRPr>
            </a:lvl9pPr>
          </a:lstStyle>
          <a:p xmlns:a="http://schemas.openxmlformats.org/drawingml/2006/main">
            <a:pPr algn="l">
              <a:lnSpc>
                <a:spcPct val="108000"/>
              </a:lnSpc>
              <a:buNone/>
              <a:defRPr sz="2250" b="0">
                <a:solidFill>
                  <a:srgbClr val="DCE8EF"/>
                </a:solidFill>
                <a:latin typeface="Arial"/>
                <a:ea typeface="Arial"/>
                <a:cs typeface="Arial"/>
              </a:defRPr>
            </a:pPr>
            <a:r>
              <a:rPr sz="2250" b="0">
                <a:solidFill>
                  <a:srgbClr val="DCE8EF"/>
                </a:solidFill>
                <a:latin typeface="Arial"/>
                <a:ea typeface="Arial"/>
                <a:cs typeface="Arial"/>
              </a:rPr>
              <a:t>Evidence-curated protein sequence research project</a:t>
            </a:r>
          </a:p>
        </p:txBody>
      </p:sp>
      <p:sp>
        <p:nvSpPr>
          <p:cNvPr id="4" name="">
            <a:extLst xmlns:a="http://schemas.openxmlformats.org/drawingml/2006/main">
              <a:ext uri="{FF2B5EF4-FFF2-40B4-BE49-F238E27FC236}">
                <a16:creationId xmlns:a16="http://schemas.microsoft.com/office/drawing/2014/main" id="{F59A6E96-3E46-48F4-BEFE-5C781DD4E54A}"/>
              </a:ext>
            </a:extLst>
          </p:cNvPr>
          <p:cNvSpPr>
            <a:spLocks xmlns:a="http://schemas.openxmlformats.org/drawingml/2006/main" noGrp="1"/>
          </p:cNvSpPr>
          <p:nvPr/>
        </p:nvSpPr>
        <p:spPr>
          <a:xfrm xmlns:a="http://schemas.openxmlformats.org/drawingml/2006/main">
            <a:off x="1066800" y="3695700"/>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F0C579"/>
                </a:solidFill>
                <a:latin typeface="Arial"/>
                <a:ea typeface="Arial"/>
                <a:cs typeface="Arial"/>
              </a:defRPr>
            </a:defPPr>
            <a:lvl1pPr algn="l">
              <a:defRPr sz="1800" b="1">
                <a:solidFill>
                  <a:srgbClr val="F0C579"/>
                </a:solidFill>
                <a:latin typeface="Arial"/>
                <a:ea typeface="Arial"/>
                <a:cs typeface="Arial"/>
              </a:defRPr>
            </a:lvl1pPr>
            <a:lvl2pPr algn="l">
              <a:defRPr sz="1800" b="1">
                <a:solidFill>
                  <a:srgbClr val="F0C579"/>
                </a:solidFill>
                <a:latin typeface="Arial"/>
                <a:ea typeface="Arial"/>
                <a:cs typeface="Arial"/>
              </a:defRPr>
            </a:lvl2pPr>
            <a:lvl3pPr algn="l">
              <a:defRPr sz="1800" b="1">
                <a:solidFill>
                  <a:srgbClr val="F0C579"/>
                </a:solidFill>
                <a:latin typeface="Arial"/>
                <a:ea typeface="Arial"/>
                <a:cs typeface="Arial"/>
              </a:defRPr>
            </a:lvl3pPr>
            <a:lvl4pPr algn="l">
              <a:defRPr sz="1800" b="1">
                <a:solidFill>
                  <a:srgbClr val="F0C579"/>
                </a:solidFill>
                <a:latin typeface="Arial"/>
                <a:ea typeface="Arial"/>
                <a:cs typeface="Arial"/>
              </a:defRPr>
            </a:lvl4pPr>
            <a:lvl5pPr algn="l">
              <a:defRPr sz="1800" b="1">
                <a:solidFill>
                  <a:srgbClr val="F0C579"/>
                </a:solidFill>
                <a:latin typeface="Arial"/>
                <a:ea typeface="Arial"/>
                <a:cs typeface="Arial"/>
              </a:defRPr>
            </a:lvl5pPr>
            <a:lvl6pPr algn="l">
              <a:defRPr sz="1800" b="1">
                <a:solidFill>
                  <a:srgbClr val="F0C579"/>
                </a:solidFill>
                <a:latin typeface="Arial"/>
                <a:ea typeface="Arial"/>
                <a:cs typeface="Arial"/>
              </a:defRPr>
            </a:lvl6pPr>
            <a:lvl7pPr algn="l">
              <a:defRPr sz="1800" b="1">
                <a:solidFill>
                  <a:srgbClr val="F0C579"/>
                </a:solidFill>
                <a:latin typeface="Arial"/>
                <a:ea typeface="Arial"/>
                <a:cs typeface="Arial"/>
              </a:defRPr>
            </a:lvl7pPr>
            <a:lvl8pPr algn="l">
              <a:defRPr sz="1800" b="1">
                <a:solidFill>
                  <a:srgbClr val="F0C579"/>
                </a:solidFill>
                <a:latin typeface="Arial"/>
                <a:ea typeface="Arial"/>
                <a:cs typeface="Arial"/>
              </a:defRPr>
            </a:lvl8pPr>
            <a:lvl9pPr algn="l">
              <a:defRPr sz="1800" b="1">
                <a:solidFill>
                  <a:srgbClr val="F0C579"/>
                </a:solidFill>
                <a:latin typeface="Arial"/>
                <a:ea typeface="Arial"/>
                <a:cs typeface="Arial"/>
              </a:defRPr>
            </a:lvl9pPr>
          </a:lstStyle>
          <a:p xmlns:a="http://schemas.openxmlformats.org/drawingml/2006/main">
            <a:pPr algn="l">
              <a:lnSpc>
                <a:spcPct val="108000"/>
              </a:lnSpc>
              <a:buNone/>
              <a:defRPr sz="1800" b="1">
                <a:solidFill>
                  <a:srgbClr val="F0C579"/>
                </a:solidFill>
                <a:latin typeface="Arial"/>
                <a:ea typeface="Arial"/>
                <a:cs typeface="Arial"/>
              </a:defRPr>
            </a:pPr>
            <a:r>
              <a:rPr sz="1800" b="1">
                <a:solidFill>
                  <a:srgbClr val="F0C579"/>
                </a:solidFill>
                <a:latin typeface="Arial"/>
                <a:ea typeface="Arial"/>
                <a:cs typeface="Arial"/>
              </a:rPr>
              <a:t>Current status: dataset assembled in part; binary model not trained</a:t>
            </a:r>
          </a:p>
        </p:txBody>
      </p:sp>
      <p:sp>
        <p:nvSpPr>
          <p:cNvPr id="5" name="">
            <a:extLst xmlns:a="http://schemas.openxmlformats.org/drawingml/2006/main">
              <a:ext uri="{FF2B5EF4-FFF2-40B4-BE49-F238E27FC236}">
                <a16:creationId xmlns:a16="http://schemas.microsoft.com/office/drawing/2014/main" id="{E647E2A6-5890-4AFD-8CAC-EE717014AA88}"/>
              </a:ext>
            </a:extLst>
          </p:cNvPr>
          <p:cNvSpPr>
            <a:spLocks xmlns:a="http://schemas.openxmlformats.org/drawingml/2006/main" noGrp="1"/>
          </p:cNvSpPr>
          <p:nvPr/>
        </p:nvSpPr>
        <p:spPr>
          <a:xfrm xmlns:a="http://schemas.openxmlformats.org/drawingml/2006/main">
            <a:off x="1066800" y="4476750"/>
            <a:ext cx="9048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lnSpc>
                <a:spcPct val="108000"/>
              </a:lnSpc>
              <a:buNone/>
              <a:defRPr sz="1650" b="0">
                <a:solidFill>
                  <a:srgbClr val="FFFFFF"/>
                </a:solidFill>
                <a:latin typeface="Arial"/>
                <a:ea typeface="Arial"/>
                <a:cs typeface="Arial"/>
              </a:defRPr>
            </a:pPr>
            <a:r>
              <a:rPr sz="1650" b="0">
                <a:solidFill>
                  <a:srgbClr val="FFFFFF"/>
                </a:solidFill>
                <a:latin typeface="Arial"/>
                <a:ea typeface="Arial"/>
                <a:cs typeface="Arial"/>
              </a:rPr>
              <a:t>A transparent update on the evidence, sequences, and what is needed before a fair evaluation.</a:t>
            </a:r>
          </a:p>
        </p:txBody>
      </p:sp>
      <p:sp>
        <p:nvSpPr>
          <p:cNvPr id="6" name="">
            <a:extLst xmlns:a="http://schemas.openxmlformats.org/drawingml/2006/main">
              <a:ext uri="{FF2B5EF4-FFF2-40B4-BE49-F238E27FC236}">
                <a16:creationId xmlns:a16="http://schemas.microsoft.com/office/drawing/2014/main" id="{B2E11360-1AA1-4092-BE6D-24C7AE389EC5}"/>
              </a:ext>
            </a:extLst>
          </p:cNvPr>
          <p:cNvSpPr>
            <a:spLocks xmlns:a="http://schemas.openxmlformats.org/drawingml/2006/main" noGrp="1"/>
          </p:cNvSpPr>
          <p:nvPr/>
        </p:nvSpPr>
        <p:spPr>
          <a:xfrm xmlns:a="http://schemas.openxmlformats.org/drawingml/2006/main">
            <a:off x="1066800" y="5905500"/>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DCE8EF"/>
                </a:solidFill>
                <a:latin typeface="Arial"/>
                <a:ea typeface="Arial"/>
                <a:cs typeface="Arial"/>
              </a:defRPr>
            </a:defPPr>
            <a:lvl1pPr algn="l">
              <a:defRPr sz="1275" b="0">
                <a:solidFill>
                  <a:srgbClr val="DCE8EF"/>
                </a:solidFill>
                <a:latin typeface="Arial"/>
                <a:ea typeface="Arial"/>
                <a:cs typeface="Arial"/>
              </a:defRPr>
            </a:lvl1pPr>
            <a:lvl2pPr algn="l">
              <a:defRPr sz="1275" b="0">
                <a:solidFill>
                  <a:srgbClr val="DCE8EF"/>
                </a:solidFill>
                <a:latin typeface="Arial"/>
                <a:ea typeface="Arial"/>
                <a:cs typeface="Arial"/>
              </a:defRPr>
            </a:lvl2pPr>
            <a:lvl3pPr algn="l">
              <a:defRPr sz="1275" b="0">
                <a:solidFill>
                  <a:srgbClr val="DCE8EF"/>
                </a:solidFill>
                <a:latin typeface="Arial"/>
                <a:ea typeface="Arial"/>
                <a:cs typeface="Arial"/>
              </a:defRPr>
            </a:lvl3pPr>
            <a:lvl4pPr algn="l">
              <a:defRPr sz="1275" b="0">
                <a:solidFill>
                  <a:srgbClr val="DCE8EF"/>
                </a:solidFill>
                <a:latin typeface="Arial"/>
                <a:ea typeface="Arial"/>
                <a:cs typeface="Arial"/>
              </a:defRPr>
            </a:lvl4pPr>
            <a:lvl5pPr algn="l">
              <a:defRPr sz="1275" b="0">
                <a:solidFill>
                  <a:srgbClr val="DCE8EF"/>
                </a:solidFill>
                <a:latin typeface="Arial"/>
                <a:ea typeface="Arial"/>
                <a:cs typeface="Arial"/>
              </a:defRPr>
            </a:lvl5pPr>
            <a:lvl6pPr algn="l">
              <a:defRPr sz="1275" b="0">
                <a:solidFill>
                  <a:srgbClr val="DCE8EF"/>
                </a:solidFill>
                <a:latin typeface="Arial"/>
                <a:ea typeface="Arial"/>
                <a:cs typeface="Arial"/>
              </a:defRPr>
            </a:lvl6pPr>
            <a:lvl7pPr algn="l">
              <a:defRPr sz="1275" b="0">
                <a:solidFill>
                  <a:srgbClr val="DCE8EF"/>
                </a:solidFill>
                <a:latin typeface="Arial"/>
                <a:ea typeface="Arial"/>
                <a:cs typeface="Arial"/>
              </a:defRPr>
            </a:lvl7pPr>
            <a:lvl8pPr algn="l">
              <a:defRPr sz="1275" b="0">
                <a:solidFill>
                  <a:srgbClr val="DCE8EF"/>
                </a:solidFill>
                <a:latin typeface="Arial"/>
                <a:ea typeface="Arial"/>
                <a:cs typeface="Arial"/>
              </a:defRPr>
            </a:lvl8pPr>
            <a:lvl9pPr algn="l">
              <a:defRPr sz="1275" b="0">
                <a:solidFill>
                  <a:srgbClr val="DCE8EF"/>
                </a:solidFill>
                <a:latin typeface="Arial"/>
                <a:ea typeface="Arial"/>
                <a:cs typeface="Arial"/>
              </a:defRPr>
            </a:lvl9pPr>
          </a:lstStyle>
          <a:p xmlns:a="http://schemas.openxmlformats.org/drawingml/2006/main">
            <a:pPr algn="l">
              <a:lnSpc>
                <a:spcPct val="108000"/>
              </a:lnSpc>
              <a:buNone/>
              <a:defRPr sz="1275" b="0">
                <a:solidFill>
                  <a:srgbClr val="DCE8EF"/>
                </a:solidFill>
                <a:latin typeface="Arial"/>
                <a:ea typeface="Arial"/>
                <a:cs typeface="Arial"/>
              </a:defRPr>
            </a:pPr>
            <a:r>
              <a:rPr sz="1275" b="0">
                <a:solidFill>
                  <a:srgbClr val="DCE8EF"/>
                </a:solidFill>
                <a:latin typeface="Arial"/>
                <a:ea typeface="Arial"/>
                <a:cs typeface="Arial"/>
              </a:rPr>
              <a:t>25 October 2026</a:t>
            </a:r>
          </a:p>
        </p:txBody>
      </p:sp>
    </p:spTree>
    <p:extLst>
      <p:ext uri="{BB962C8B-B14F-4D97-AF65-F5344CB8AC3E}">
        <p14:creationId xmlns:p14="http://schemas.microsoft.com/office/powerpoint/2010/main" val="788565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AF299F6-B706-426D-BD93-88EBE45766E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E7A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FBBF4E-4C67-4CDE-9145-F0A9F408AD31}"/>
              </a:ext>
            </a:extLst>
          </p:cNvPr>
          <p:cNvSpPr>
            <a:spLocks xmlns:a="http://schemas.openxmlformats.org/drawingml/2006/main" noGrp="1"/>
          </p:cNvSpPr>
          <p:nvPr/>
        </p:nvSpPr>
        <p:spPr>
          <a:xfrm xmlns:a="http://schemas.openxmlformats.org/drawingml/2006/main">
            <a:off x="685800" y="4572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12304A"/>
                </a:solidFill>
                <a:latin typeface="Arial"/>
                <a:ea typeface="Arial"/>
                <a:cs typeface="Arial"/>
              </a:defRPr>
            </a:defPPr>
            <a:lvl1pPr algn="l">
              <a:defRPr sz="2700" b="1">
                <a:solidFill>
                  <a:srgbClr val="12304A"/>
                </a:solidFill>
                <a:latin typeface="Arial"/>
                <a:ea typeface="Arial"/>
                <a:cs typeface="Arial"/>
              </a:defRPr>
            </a:lvl1pPr>
            <a:lvl2pPr algn="l">
              <a:defRPr sz="2700" b="1">
                <a:solidFill>
                  <a:srgbClr val="12304A"/>
                </a:solidFill>
                <a:latin typeface="Arial"/>
                <a:ea typeface="Arial"/>
                <a:cs typeface="Arial"/>
              </a:defRPr>
            </a:lvl2pPr>
            <a:lvl3pPr algn="l">
              <a:defRPr sz="2700" b="1">
                <a:solidFill>
                  <a:srgbClr val="12304A"/>
                </a:solidFill>
                <a:latin typeface="Arial"/>
                <a:ea typeface="Arial"/>
                <a:cs typeface="Arial"/>
              </a:defRPr>
            </a:lvl3pPr>
            <a:lvl4pPr algn="l">
              <a:defRPr sz="2700" b="1">
                <a:solidFill>
                  <a:srgbClr val="12304A"/>
                </a:solidFill>
                <a:latin typeface="Arial"/>
                <a:ea typeface="Arial"/>
                <a:cs typeface="Arial"/>
              </a:defRPr>
            </a:lvl4pPr>
            <a:lvl5pPr algn="l">
              <a:defRPr sz="2700" b="1">
                <a:solidFill>
                  <a:srgbClr val="12304A"/>
                </a:solidFill>
                <a:latin typeface="Arial"/>
                <a:ea typeface="Arial"/>
                <a:cs typeface="Arial"/>
              </a:defRPr>
            </a:lvl5pPr>
            <a:lvl6pPr algn="l">
              <a:defRPr sz="2700" b="1">
                <a:solidFill>
                  <a:srgbClr val="12304A"/>
                </a:solidFill>
                <a:latin typeface="Arial"/>
                <a:ea typeface="Arial"/>
                <a:cs typeface="Arial"/>
              </a:defRPr>
            </a:lvl6pPr>
            <a:lvl7pPr algn="l">
              <a:defRPr sz="2700" b="1">
                <a:solidFill>
                  <a:srgbClr val="12304A"/>
                </a:solidFill>
                <a:latin typeface="Arial"/>
                <a:ea typeface="Arial"/>
                <a:cs typeface="Arial"/>
              </a:defRPr>
            </a:lvl7pPr>
            <a:lvl8pPr algn="l">
              <a:defRPr sz="2700" b="1">
                <a:solidFill>
                  <a:srgbClr val="12304A"/>
                </a:solidFill>
                <a:latin typeface="Arial"/>
                <a:ea typeface="Arial"/>
                <a:cs typeface="Arial"/>
              </a:defRPr>
            </a:lvl8pPr>
            <a:lvl9pPr algn="l">
              <a:defRPr sz="2700" b="1">
                <a:solidFill>
                  <a:srgbClr val="12304A"/>
                </a:solidFill>
                <a:latin typeface="Arial"/>
                <a:ea typeface="Arial"/>
                <a:cs typeface="Arial"/>
              </a:defRPr>
            </a:lvl9pPr>
          </a:lstStyle>
          <a:p xmlns:a="http://schemas.openxmlformats.org/drawingml/2006/main">
            <a:pPr algn="l">
              <a:lnSpc>
                <a:spcPct val="108000"/>
              </a:lnSpc>
              <a:buNone/>
              <a:defRPr sz="2700" b="1">
                <a:solidFill>
                  <a:srgbClr val="12304A"/>
                </a:solidFill>
                <a:latin typeface="Arial"/>
                <a:ea typeface="Arial"/>
                <a:cs typeface="Arial"/>
              </a:defRPr>
            </a:pPr>
            <a:r>
              <a:rPr sz="2700" b="1">
                <a:solidFill>
                  <a:srgbClr val="12304A"/>
                </a:solidFill>
                <a:latin typeface="Arial"/>
                <a:ea typeface="Arial"/>
                <a:cs typeface="Arial"/>
              </a:rPr>
              <a:t>Research question and evidence categories</a:t>
            </a:r>
          </a:p>
        </p:txBody>
      </p:sp>
      <p:sp>
        <p:nvSpPr>
          <p:cNvPr id="3" name="">
            <a:extLst xmlns:a="http://schemas.openxmlformats.org/drawingml/2006/main">
              <a:ext uri="{FF2B5EF4-FFF2-40B4-BE49-F238E27FC236}">
                <a16:creationId xmlns:a16="http://schemas.microsoft.com/office/drawing/2014/main" id="{73B63A85-9339-4AD9-9472-067851B054E6}"/>
              </a:ext>
            </a:extLst>
          </p:cNvPr>
          <p:cNvSpPr>
            <a:spLocks xmlns:a="http://schemas.openxmlformats.org/drawingml/2006/main" noGrp="1"/>
          </p:cNvSpPr>
          <p:nvPr/>
        </p:nvSpPr>
        <p:spPr>
          <a:xfrm xmlns:a="http://schemas.openxmlformats.org/drawingml/2006/main">
            <a:off x="685800" y="6191250"/>
            <a:ext cx="10820400" cy="9525"/>
          </a:xfrm>
          <a:prstGeom xmlns:a="http://schemas.openxmlformats.org/drawingml/2006/main" prst="line">
            <a:avLst/>
          </a:prstGeom>
          <a:solidFill xmlns:a="http://schemas.openxmlformats.org/drawingml/2006/main">
            <a:srgbClr val="D7E1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7A653C7-32AA-4A35-ADFE-4DC370030E77}"/>
              </a:ext>
            </a:extLst>
          </p:cNvPr>
          <p:cNvSpPr>
            <a:spLocks xmlns:a="http://schemas.openxmlformats.org/drawingml/2006/main" noGrp="1"/>
          </p:cNvSpPr>
          <p:nvPr/>
        </p:nvSpPr>
        <p:spPr>
          <a:xfrm xmlns:a="http://schemas.openxmlformats.org/drawingml/2006/main">
            <a:off x="685800" y="634365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F7483"/>
                </a:solidFill>
                <a:latin typeface="Arial"/>
                <a:ea typeface="Arial"/>
                <a:cs typeface="Arial"/>
              </a:defRPr>
            </a:defPPr>
            <a:lvl1pPr algn="l">
              <a:defRPr sz="975" b="0">
                <a:solidFill>
                  <a:srgbClr val="5F7483"/>
                </a:solidFill>
                <a:latin typeface="Arial"/>
                <a:ea typeface="Arial"/>
                <a:cs typeface="Arial"/>
              </a:defRPr>
            </a:lvl1pPr>
            <a:lvl2pPr algn="l">
              <a:defRPr sz="975" b="0">
                <a:solidFill>
                  <a:srgbClr val="5F7483"/>
                </a:solidFill>
                <a:latin typeface="Arial"/>
                <a:ea typeface="Arial"/>
                <a:cs typeface="Arial"/>
              </a:defRPr>
            </a:lvl2pPr>
            <a:lvl3pPr algn="l">
              <a:defRPr sz="975" b="0">
                <a:solidFill>
                  <a:srgbClr val="5F7483"/>
                </a:solidFill>
                <a:latin typeface="Arial"/>
                <a:ea typeface="Arial"/>
                <a:cs typeface="Arial"/>
              </a:defRPr>
            </a:lvl3pPr>
            <a:lvl4pPr algn="l">
              <a:defRPr sz="975" b="0">
                <a:solidFill>
                  <a:srgbClr val="5F7483"/>
                </a:solidFill>
                <a:latin typeface="Arial"/>
                <a:ea typeface="Arial"/>
                <a:cs typeface="Arial"/>
              </a:defRPr>
            </a:lvl4pPr>
            <a:lvl5pPr algn="l">
              <a:defRPr sz="975" b="0">
                <a:solidFill>
                  <a:srgbClr val="5F7483"/>
                </a:solidFill>
                <a:latin typeface="Arial"/>
                <a:ea typeface="Arial"/>
                <a:cs typeface="Arial"/>
              </a:defRPr>
            </a:lvl5pPr>
            <a:lvl6pPr algn="l">
              <a:defRPr sz="975" b="0">
                <a:solidFill>
                  <a:srgbClr val="5F7483"/>
                </a:solidFill>
                <a:latin typeface="Arial"/>
                <a:ea typeface="Arial"/>
                <a:cs typeface="Arial"/>
              </a:defRPr>
            </a:lvl6pPr>
            <a:lvl7pPr algn="l">
              <a:defRPr sz="975" b="0">
                <a:solidFill>
                  <a:srgbClr val="5F7483"/>
                </a:solidFill>
                <a:latin typeface="Arial"/>
                <a:ea typeface="Arial"/>
                <a:cs typeface="Arial"/>
              </a:defRPr>
            </a:lvl7pPr>
            <a:lvl8pPr algn="l">
              <a:defRPr sz="975" b="0">
                <a:solidFill>
                  <a:srgbClr val="5F7483"/>
                </a:solidFill>
                <a:latin typeface="Arial"/>
                <a:ea typeface="Arial"/>
                <a:cs typeface="Arial"/>
              </a:defRPr>
            </a:lvl8pPr>
            <a:lvl9pPr algn="l">
              <a:defRPr sz="975" b="0">
                <a:solidFill>
                  <a:srgbClr val="5F7483"/>
                </a:solidFill>
                <a:latin typeface="Arial"/>
                <a:ea typeface="Arial"/>
                <a:cs typeface="Arial"/>
              </a:defRPr>
            </a:lvl9pPr>
          </a:lstStyle>
          <a:p xmlns:a="http://schemas.openxmlformats.org/drawingml/2006/main">
            <a:pPr algn="l">
              <a:lnSpc>
                <a:spcPct val="108000"/>
              </a:lnSpc>
              <a:buNone/>
              <a:defRPr sz="975" b="0">
                <a:solidFill>
                  <a:srgbClr val="5F7483"/>
                </a:solidFill>
                <a:latin typeface="Arial"/>
                <a:ea typeface="Arial"/>
                <a:cs typeface="Arial"/>
              </a:defRPr>
            </a:pPr>
            <a:r>
              <a:rPr sz="975" b="0">
                <a:solidFill>
                  <a:srgbClr val="5F7483"/>
                </a:solidFill>
                <a:latin typeface="Arial"/>
                <a:ea typeface="Arial"/>
                <a:cs typeface="Arial"/>
              </a:rPr>
              <a:t>StrokeProt-AI | Research project update | 25 Oct 2026</a:t>
            </a:r>
          </a:p>
        </p:txBody>
      </p:sp>
      <p:sp>
        <p:nvSpPr>
          <p:cNvPr id="5" name="">
            <a:extLst xmlns:a="http://schemas.openxmlformats.org/drawingml/2006/main">
              <a:ext uri="{FF2B5EF4-FFF2-40B4-BE49-F238E27FC236}">
                <a16:creationId xmlns:a16="http://schemas.microsoft.com/office/drawing/2014/main" id="{179C0F2E-A6DA-4367-A9D5-9458586FB47F}"/>
              </a:ext>
            </a:extLst>
          </p:cNvPr>
          <p:cNvSpPr>
            <a:spLocks xmlns:a="http://schemas.openxmlformats.org/drawingml/2006/main" noGrp="1"/>
          </p:cNvSpPr>
          <p:nvPr/>
        </p:nvSpPr>
        <p:spPr>
          <a:xfrm xmlns:a="http://schemas.openxmlformats.org/drawingml/2006/main">
            <a:off x="10953750" y="63150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5F7483"/>
                </a:solidFill>
                <a:latin typeface="Arial"/>
                <a:ea typeface="Arial"/>
                <a:cs typeface="Arial"/>
              </a:defRPr>
            </a:defPPr>
            <a:lvl1pPr algn="r">
              <a:defRPr sz="1050" b="1">
                <a:solidFill>
                  <a:srgbClr val="5F7483"/>
                </a:solidFill>
                <a:latin typeface="Arial"/>
                <a:ea typeface="Arial"/>
                <a:cs typeface="Arial"/>
              </a:defRPr>
            </a:lvl1pPr>
            <a:lvl2pPr algn="r">
              <a:defRPr sz="1050" b="1">
                <a:solidFill>
                  <a:srgbClr val="5F7483"/>
                </a:solidFill>
                <a:latin typeface="Arial"/>
                <a:ea typeface="Arial"/>
                <a:cs typeface="Arial"/>
              </a:defRPr>
            </a:lvl2pPr>
            <a:lvl3pPr algn="r">
              <a:defRPr sz="1050" b="1">
                <a:solidFill>
                  <a:srgbClr val="5F7483"/>
                </a:solidFill>
                <a:latin typeface="Arial"/>
                <a:ea typeface="Arial"/>
                <a:cs typeface="Arial"/>
              </a:defRPr>
            </a:lvl3pPr>
            <a:lvl4pPr algn="r">
              <a:defRPr sz="1050" b="1">
                <a:solidFill>
                  <a:srgbClr val="5F7483"/>
                </a:solidFill>
                <a:latin typeface="Arial"/>
                <a:ea typeface="Arial"/>
                <a:cs typeface="Arial"/>
              </a:defRPr>
            </a:lvl4pPr>
            <a:lvl5pPr algn="r">
              <a:defRPr sz="1050" b="1">
                <a:solidFill>
                  <a:srgbClr val="5F7483"/>
                </a:solidFill>
                <a:latin typeface="Arial"/>
                <a:ea typeface="Arial"/>
                <a:cs typeface="Arial"/>
              </a:defRPr>
            </a:lvl5pPr>
            <a:lvl6pPr algn="r">
              <a:defRPr sz="1050" b="1">
                <a:solidFill>
                  <a:srgbClr val="5F7483"/>
                </a:solidFill>
                <a:latin typeface="Arial"/>
                <a:ea typeface="Arial"/>
                <a:cs typeface="Arial"/>
              </a:defRPr>
            </a:lvl6pPr>
            <a:lvl7pPr algn="r">
              <a:defRPr sz="1050" b="1">
                <a:solidFill>
                  <a:srgbClr val="5F7483"/>
                </a:solidFill>
                <a:latin typeface="Arial"/>
                <a:ea typeface="Arial"/>
                <a:cs typeface="Arial"/>
              </a:defRPr>
            </a:lvl7pPr>
            <a:lvl8pPr algn="r">
              <a:defRPr sz="1050" b="1">
                <a:solidFill>
                  <a:srgbClr val="5F7483"/>
                </a:solidFill>
                <a:latin typeface="Arial"/>
                <a:ea typeface="Arial"/>
                <a:cs typeface="Arial"/>
              </a:defRPr>
            </a:lvl8pPr>
            <a:lvl9pPr algn="r">
              <a:defRPr sz="1050" b="1">
                <a:solidFill>
                  <a:srgbClr val="5F7483"/>
                </a:solidFill>
                <a:latin typeface="Arial"/>
                <a:ea typeface="Arial"/>
                <a:cs typeface="Arial"/>
              </a:defRPr>
            </a:lvl9pPr>
          </a:lstStyle>
          <a:p xmlns:a="http://schemas.openxmlformats.org/drawingml/2006/main">
            <a:pPr algn="r">
              <a:lnSpc>
                <a:spcPct val="108000"/>
              </a:lnSpc>
              <a:buNone/>
              <a:defRPr sz="1050" b="1">
                <a:solidFill>
                  <a:srgbClr val="5F7483"/>
                </a:solidFill>
                <a:latin typeface="Arial"/>
                <a:ea typeface="Arial"/>
                <a:cs typeface="Arial"/>
              </a:defRPr>
            </a:pPr>
            <a:r>
              <a:rPr sz="1050" b="1">
                <a:solidFill>
                  <a:srgbClr val="5F7483"/>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A3DA87A7-70B6-4489-A84A-6F0BC66CA7B0}"/>
              </a:ext>
            </a:extLst>
          </p:cNvPr>
          <p:cNvSpPr>
            <a:spLocks xmlns:a="http://schemas.openxmlformats.org/drawingml/2006/main" noGrp="1"/>
          </p:cNvSpPr>
          <p:nvPr/>
        </p:nvSpPr>
        <p:spPr>
          <a:xfrm xmlns:a="http://schemas.openxmlformats.org/drawingml/2006/main">
            <a:off x="685800" y="128587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E7A78"/>
                </a:solidFill>
                <a:latin typeface="Arial"/>
                <a:ea typeface="Arial"/>
                <a:cs typeface="Arial"/>
              </a:defRPr>
            </a:defPPr>
            <a:lvl1pPr algn="l">
              <a:defRPr sz="1500" b="1">
                <a:solidFill>
                  <a:srgbClr val="1E7A78"/>
                </a:solidFill>
                <a:latin typeface="Arial"/>
                <a:ea typeface="Arial"/>
                <a:cs typeface="Arial"/>
              </a:defRPr>
            </a:lvl1pPr>
            <a:lvl2pPr algn="l">
              <a:defRPr sz="1500" b="1">
                <a:solidFill>
                  <a:srgbClr val="1E7A78"/>
                </a:solidFill>
                <a:latin typeface="Arial"/>
                <a:ea typeface="Arial"/>
                <a:cs typeface="Arial"/>
              </a:defRPr>
            </a:lvl2pPr>
            <a:lvl3pPr algn="l">
              <a:defRPr sz="1500" b="1">
                <a:solidFill>
                  <a:srgbClr val="1E7A78"/>
                </a:solidFill>
                <a:latin typeface="Arial"/>
                <a:ea typeface="Arial"/>
                <a:cs typeface="Arial"/>
              </a:defRPr>
            </a:lvl3pPr>
            <a:lvl4pPr algn="l">
              <a:defRPr sz="1500" b="1">
                <a:solidFill>
                  <a:srgbClr val="1E7A78"/>
                </a:solidFill>
                <a:latin typeface="Arial"/>
                <a:ea typeface="Arial"/>
                <a:cs typeface="Arial"/>
              </a:defRPr>
            </a:lvl4pPr>
            <a:lvl5pPr algn="l">
              <a:defRPr sz="1500" b="1">
                <a:solidFill>
                  <a:srgbClr val="1E7A78"/>
                </a:solidFill>
                <a:latin typeface="Arial"/>
                <a:ea typeface="Arial"/>
                <a:cs typeface="Arial"/>
              </a:defRPr>
            </a:lvl5pPr>
            <a:lvl6pPr algn="l">
              <a:defRPr sz="1500" b="1">
                <a:solidFill>
                  <a:srgbClr val="1E7A78"/>
                </a:solidFill>
                <a:latin typeface="Arial"/>
                <a:ea typeface="Arial"/>
                <a:cs typeface="Arial"/>
              </a:defRPr>
            </a:lvl6pPr>
            <a:lvl7pPr algn="l">
              <a:defRPr sz="1500" b="1">
                <a:solidFill>
                  <a:srgbClr val="1E7A78"/>
                </a:solidFill>
                <a:latin typeface="Arial"/>
                <a:ea typeface="Arial"/>
                <a:cs typeface="Arial"/>
              </a:defRPr>
            </a:lvl7pPr>
            <a:lvl8pPr algn="l">
              <a:defRPr sz="1500" b="1">
                <a:solidFill>
                  <a:srgbClr val="1E7A78"/>
                </a:solidFill>
                <a:latin typeface="Arial"/>
                <a:ea typeface="Arial"/>
                <a:cs typeface="Arial"/>
              </a:defRPr>
            </a:lvl8pPr>
            <a:lvl9pPr algn="l">
              <a:defRPr sz="1500" b="1">
                <a:solidFill>
                  <a:srgbClr val="1E7A78"/>
                </a:solidFill>
                <a:latin typeface="Arial"/>
                <a:ea typeface="Arial"/>
                <a:cs typeface="Arial"/>
              </a:defRPr>
            </a:lvl9pPr>
          </a:lstStyle>
          <a:p xmlns:a="http://schemas.openxmlformats.org/drawingml/2006/main">
            <a:pPr algn="l">
              <a:lnSpc>
                <a:spcPct val="108000"/>
              </a:lnSpc>
              <a:buNone/>
              <a:defRPr sz="1500" b="1">
                <a:solidFill>
                  <a:srgbClr val="1E7A78"/>
                </a:solidFill>
                <a:latin typeface="Arial"/>
                <a:ea typeface="Arial"/>
                <a:cs typeface="Arial"/>
              </a:defRPr>
            </a:pPr>
            <a:r>
              <a:rPr sz="1500" b="1">
                <a:solidFill>
                  <a:srgbClr val="1E7A78"/>
                </a:solidFill>
                <a:latin typeface="Arial"/>
                <a:ea typeface="Arial"/>
                <a:cs typeface="Arial"/>
              </a:rPr>
              <a:t>Question</a:t>
            </a:r>
          </a:p>
        </p:txBody>
      </p:sp>
      <p:sp>
        <p:nvSpPr>
          <p:cNvPr id="7" name="">
            <a:extLst xmlns:a="http://schemas.openxmlformats.org/drawingml/2006/main">
              <a:ext uri="{FF2B5EF4-FFF2-40B4-BE49-F238E27FC236}">
                <a16:creationId xmlns:a16="http://schemas.microsoft.com/office/drawing/2014/main" id="{5AA13DB0-5ED8-4D3E-9E83-5FF598ACBCF3}"/>
              </a:ext>
            </a:extLst>
          </p:cNvPr>
          <p:cNvSpPr>
            <a:spLocks xmlns:a="http://schemas.openxmlformats.org/drawingml/2006/main" noGrp="1"/>
          </p:cNvSpPr>
          <p:nvPr/>
        </p:nvSpPr>
        <p:spPr>
          <a:xfrm xmlns:a="http://schemas.openxmlformats.org/drawingml/2006/main">
            <a:off x="685800" y="1695450"/>
            <a:ext cx="1019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585"/>
          </a:bodyPr>
          <a:lstStyle xmlns:a="http://schemas.openxmlformats.org/drawingml/2006/main">
            <a:defPPr algn="l">
              <a:defRPr sz="2550" b="1">
                <a:solidFill>
                  <a:srgbClr val="12304A"/>
                </a:solidFill>
                <a:latin typeface="Arial"/>
                <a:ea typeface="Arial"/>
                <a:cs typeface="Arial"/>
              </a:defRPr>
            </a:defPPr>
            <a:lvl1pPr algn="l">
              <a:defRPr sz="2550" b="1">
                <a:solidFill>
                  <a:srgbClr val="12304A"/>
                </a:solidFill>
                <a:latin typeface="Arial"/>
                <a:ea typeface="Arial"/>
                <a:cs typeface="Arial"/>
              </a:defRPr>
            </a:lvl1pPr>
            <a:lvl2pPr algn="l">
              <a:defRPr sz="2550" b="1">
                <a:solidFill>
                  <a:srgbClr val="12304A"/>
                </a:solidFill>
                <a:latin typeface="Arial"/>
                <a:ea typeface="Arial"/>
                <a:cs typeface="Arial"/>
              </a:defRPr>
            </a:lvl2pPr>
            <a:lvl3pPr algn="l">
              <a:defRPr sz="2550" b="1">
                <a:solidFill>
                  <a:srgbClr val="12304A"/>
                </a:solidFill>
                <a:latin typeface="Arial"/>
                <a:ea typeface="Arial"/>
                <a:cs typeface="Arial"/>
              </a:defRPr>
            </a:lvl3pPr>
            <a:lvl4pPr algn="l">
              <a:defRPr sz="2550" b="1">
                <a:solidFill>
                  <a:srgbClr val="12304A"/>
                </a:solidFill>
                <a:latin typeface="Arial"/>
                <a:ea typeface="Arial"/>
                <a:cs typeface="Arial"/>
              </a:defRPr>
            </a:lvl4pPr>
            <a:lvl5pPr algn="l">
              <a:defRPr sz="2550" b="1">
                <a:solidFill>
                  <a:srgbClr val="12304A"/>
                </a:solidFill>
                <a:latin typeface="Arial"/>
                <a:ea typeface="Arial"/>
                <a:cs typeface="Arial"/>
              </a:defRPr>
            </a:lvl5pPr>
            <a:lvl6pPr algn="l">
              <a:defRPr sz="2550" b="1">
                <a:solidFill>
                  <a:srgbClr val="12304A"/>
                </a:solidFill>
                <a:latin typeface="Arial"/>
                <a:ea typeface="Arial"/>
                <a:cs typeface="Arial"/>
              </a:defRPr>
            </a:lvl6pPr>
            <a:lvl7pPr algn="l">
              <a:defRPr sz="2550" b="1">
                <a:solidFill>
                  <a:srgbClr val="12304A"/>
                </a:solidFill>
                <a:latin typeface="Arial"/>
                <a:ea typeface="Arial"/>
                <a:cs typeface="Arial"/>
              </a:defRPr>
            </a:lvl7pPr>
            <a:lvl8pPr algn="l">
              <a:defRPr sz="2550" b="1">
                <a:solidFill>
                  <a:srgbClr val="12304A"/>
                </a:solidFill>
                <a:latin typeface="Arial"/>
                <a:ea typeface="Arial"/>
                <a:cs typeface="Arial"/>
              </a:defRPr>
            </a:lvl8pPr>
            <a:lvl9pPr algn="l">
              <a:defRPr sz="2550" b="1">
                <a:solidFill>
                  <a:srgbClr val="12304A"/>
                </a:solidFill>
                <a:latin typeface="Arial"/>
                <a:ea typeface="Arial"/>
                <a:cs typeface="Arial"/>
              </a:defRPr>
            </a:lvl9pPr>
          </a:lstStyle>
          <a:p xmlns:a="http://schemas.openxmlformats.org/drawingml/2006/main">
            <a:pPr algn="l">
              <a:lnSpc>
                <a:spcPct val="108000"/>
              </a:lnSpc>
              <a:buNone/>
              <a:defRPr sz="2550" b="1">
                <a:solidFill>
                  <a:srgbClr val="12304A"/>
                </a:solidFill>
                <a:latin typeface="Arial"/>
                <a:ea typeface="Arial"/>
                <a:cs typeface="Arial"/>
              </a:defRPr>
            </a:pPr>
            <a:r>
              <a:rPr sz="2550" b="1">
                <a:solidFill>
                  <a:srgbClr val="12304A"/>
                </a:solidFill>
                <a:latin typeface="Arial"/>
                <a:ea typeface="Arial"/>
                <a:cs typeface="Arial"/>
              </a:rPr>
              <a:t>Does a human protein have primary human research evidence linking it to ischemic stroke?</a:t>
            </a:r>
          </a:p>
        </p:txBody>
      </p:sp>
      <p:sp>
        <p:nvSpPr>
          <p:cNvPr id="8" name="">
            <a:extLst xmlns:a="http://schemas.openxmlformats.org/drawingml/2006/main">
              <a:ext uri="{FF2B5EF4-FFF2-40B4-BE49-F238E27FC236}">
                <a16:creationId xmlns:a16="http://schemas.microsoft.com/office/drawing/2014/main" id="{42E067C4-9695-4BF8-A07E-3FAB530B8C28}"/>
              </a:ext>
            </a:extLst>
          </p:cNvPr>
          <p:cNvSpPr>
            <a:spLocks xmlns:a="http://schemas.openxmlformats.org/drawingml/2006/main" noGrp="1"/>
          </p:cNvSpPr>
          <p:nvPr/>
        </p:nvSpPr>
        <p:spPr>
          <a:xfrm xmlns:a="http://schemas.openxmlformats.org/drawingml/2006/main">
            <a:off x="685800" y="3076575"/>
            <a:ext cx="66675" cy="723900"/>
          </a:xfrm>
          <a:prstGeom xmlns:a="http://schemas.openxmlformats.org/drawingml/2006/main" prst="rect">
            <a:avLst/>
          </a:prstGeom>
          <a:solidFill xmlns:a="http://schemas.openxmlformats.org/drawingml/2006/main">
            <a:srgbClr val="1E7A7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1A2BA85-521D-4CDA-945D-A0EA5C57987C}"/>
              </a:ext>
            </a:extLst>
          </p:cNvPr>
          <p:cNvSpPr>
            <a:spLocks xmlns:a="http://schemas.openxmlformats.org/drawingml/2006/main" noGrp="1"/>
          </p:cNvSpPr>
          <p:nvPr/>
        </p:nvSpPr>
        <p:spPr>
          <a:xfrm xmlns:a="http://schemas.openxmlformats.org/drawingml/2006/main">
            <a:off x="952500" y="30289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E7A78"/>
                </a:solidFill>
                <a:latin typeface="Arial"/>
                <a:ea typeface="Arial"/>
                <a:cs typeface="Arial"/>
              </a:defRPr>
            </a:defPPr>
            <a:lvl1pPr algn="l">
              <a:defRPr sz="1575" b="1">
                <a:solidFill>
                  <a:srgbClr val="1E7A78"/>
                </a:solidFill>
                <a:latin typeface="Arial"/>
                <a:ea typeface="Arial"/>
                <a:cs typeface="Arial"/>
              </a:defRPr>
            </a:lvl1pPr>
            <a:lvl2pPr algn="l">
              <a:defRPr sz="1575" b="1">
                <a:solidFill>
                  <a:srgbClr val="1E7A78"/>
                </a:solidFill>
                <a:latin typeface="Arial"/>
                <a:ea typeface="Arial"/>
                <a:cs typeface="Arial"/>
              </a:defRPr>
            </a:lvl2pPr>
            <a:lvl3pPr algn="l">
              <a:defRPr sz="1575" b="1">
                <a:solidFill>
                  <a:srgbClr val="1E7A78"/>
                </a:solidFill>
                <a:latin typeface="Arial"/>
                <a:ea typeface="Arial"/>
                <a:cs typeface="Arial"/>
              </a:defRPr>
            </a:lvl3pPr>
            <a:lvl4pPr algn="l">
              <a:defRPr sz="1575" b="1">
                <a:solidFill>
                  <a:srgbClr val="1E7A78"/>
                </a:solidFill>
                <a:latin typeface="Arial"/>
                <a:ea typeface="Arial"/>
                <a:cs typeface="Arial"/>
              </a:defRPr>
            </a:lvl4pPr>
            <a:lvl5pPr algn="l">
              <a:defRPr sz="1575" b="1">
                <a:solidFill>
                  <a:srgbClr val="1E7A78"/>
                </a:solidFill>
                <a:latin typeface="Arial"/>
                <a:ea typeface="Arial"/>
                <a:cs typeface="Arial"/>
              </a:defRPr>
            </a:lvl5pPr>
            <a:lvl6pPr algn="l">
              <a:defRPr sz="1575" b="1">
                <a:solidFill>
                  <a:srgbClr val="1E7A78"/>
                </a:solidFill>
                <a:latin typeface="Arial"/>
                <a:ea typeface="Arial"/>
                <a:cs typeface="Arial"/>
              </a:defRPr>
            </a:lvl6pPr>
            <a:lvl7pPr algn="l">
              <a:defRPr sz="1575" b="1">
                <a:solidFill>
                  <a:srgbClr val="1E7A78"/>
                </a:solidFill>
                <a:latin typeface="Arial"/>
                <a:ea typeface="Arial"/>
                <a:cs typeface="Arial"/>
              </a:defRPr>
            </a:lvl7pPr>
            <a:lvl8pPr algn="l">
              <a:defRPr sz="1575" b="1">
                <a:solidFill>
                  <a:srgbClr val="1E7A78"/>
                </a:solidFill>
                <a:latin typeface="Arial"/>
                <a:ea typeface="Arial"/>
                <a:cs typeface="Arial"/>
              </a:defRPr>
            </a:lvl8pPr>
            <a:lvl9pPr algn="l">
              <a:defRPr sz="1575" b="1">
                <a:solidFill>
                  <a:srgbClr val="1E7A78"/>
                </a:solidFill>
                <a:latin typeface="Arial"/>
                <a:ea typeface="Arial"/>
                <a:cs typeface="Arial"/>
              </a:defRPr>
            </a:lvl9pPr>
          </a:lstStyle>
          <a:p xmlns:a="http://schemas.openxmlformats.org/drawingml/2006/main">
            <a:pPr algn="l">
              <a:lnSpc>
                <a:spcPct val="108000"/>
              </a:lnSpc>
              <a:buNone/>
              <a:defRPr sz="1575" b="1">
                <a:solidFill>
                  <a:srgbClr val="1E7A78"/>
                </a:solidFill>
                <a:latin typeface="Arial"/>
                <a:ea typeface="Arial"/>
                <a:cs typeface="Arial"/>
              </a:defRPr>
            </a:pPr>
            <a:r>
              <a:rPr sz="1575" b="1">
                <a:solidFill>
                  <a:srgbClr val="1E7A78"/>
                </a:solidFill>
                <a:latin typeface="Arial"/>
                <a:ea typeface="Arial"/>
                <a:cs typeface="Arial"/>
              </a:rPr>
              <a:t>Before stroke</a:t>
            </a:r>
          </a:p>
        </p:txBody>
      </p:sp>
      <p:sp>
        <p:nvSpPr>
          <p:cNvPr id="10" name="">
            <a:extLst xmlns:a="http://schemas.openxmlformats.org/drawingml/2006/main">
              <a:ext uri="{FF2B5EF4-FFF2-40B4-BE49-F238E27FC236}">
                <a16:creationId xmlns:a16="http://schemas.microsoft.com/office/drawing/2014/main" id="{FF582AEE-5EC9-4075-8062-2EEE4154CAFD}"/>
              </a:ext>
            </a:extLst>
          </p:cNvPr>
          <p:cNvSpPr>
            <a:spLocks xmlns:a="http://schemas.openxmlformats.org/drawingml/2006/main" noGrp="1"/>
          </p:cNvSpPr>
          <p:nvPr/>
        </p:nvSpPr>
        <p:spPr>
          <a:xfrm xmlns:a="http://schemas.openxmlformats.org/drawingml/2006/main">
            <a:off x="3476625" y="3028950"/>
            <a:ext cx="781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8354B"/>
                </a:solidFill>
                <a:latin typeface="Arial"/>
                <a:ea typeface="Arial"/>
                <a:cs typeface="Arial"/>
              </a:defRPr>
            </a:defPPr>
            <a:lvl1pPr algn="l">
              <a:defRPr sz="1575" b="0">
                <a:solidFill>
                  <a:srgbClr val="18354B"/>
                </a:solidFill>
                <a:latin typeface="Arial"/>
                <a:ea typeface="Arial"/>
                <a:cs typeface="Arial"/>
              </a:defRPr>
            </a:lvl1pPr>
            <a:lvl2pPr algn="l">
              <a:defRPr sz="1575" b="0">
                <a:solidFill>
                  <a:srgbClr val="18354B"/>
                </a:solidFill>
                <a:latin typeface="Arial"/>
                <a:ea typeface="Arial"/>
                <a:cs typeface="Arial"/>
              </a:defRPr>
            </a:lvl2pPr>
            <a:lvl3pPr algn="l">
              <a:defRPr sz="1575" b="0">
                <a:solidFill>
                  <a:srgbClr val="18354B"/>
                </a:solidFill>
                <a:latin typeface="Arial"/>
                <a:ea typeface="Arial"/>
                <a:cs typeface="Arial"/>
              </a:defRPr>
            </a:lvl3pPr>
            <a:lvl4pPr algn="l">
              <a:defRPr sz="1575" b="0">
                <a:solidFill>
                  <a:srgbClr val="18354B"/>
                </a:solidFill>
                <a:latin typeface="Arial"/>
                <a:ea typeface="Arial"/>
                <a:cs typeface="Arial"/>
              </a:defRPr>
            </a:lvl4pPr>
            <a:lvl5pPr algn="l">
              <a:defRPr sz="1575" b="0">
                <a:solidFill>
                  <a:srgbClr val="18354B"/>
                </a:solidFill>
                <a:latin typeface="Arial"/>
                <a:ea typeface="Arial"/>
                <a:cs typeface="Arial"/>
              </a:defRPr>
            </a:lvl5pPr>
            <a:lvl6pPr algn="l">
              <a:defRPr sz="1575" b="0">
                <a:solidFill>
                  <a:srgbClr val="18354B"/>
                </a:solidFill>
                <a:latin typeface="Arial"/>
                <a:ea typeface="Arial"/>
                <a:cs typeface="Arial"/>
              </a:defRPr>
            </a:lvl6pPr>
            <a:lvl7pPr algn="l">
              <a:defRPr sz="1575" b="0">
                <a:solidFill>
                  <a:srgbClr val="18354B"/>
                </a:solidFill>
                <a:latin typeface="Arial"/>
                <a:ea typeface="Arial"/>
                <a:cs typeface="Arial"/>
              </a:defRPr>
            </a:lvl7pPr>
            <a:lvl8pPr algn="l">
              <a:defRPr sz="1575" b="0">
                <a:solidFill>
                  <a:srgbClr val="18354B"/>
                </a:solidFill>
                <a:latin typeface="Arial"/>
                <a:ea typeface="Arial"/>
                <a:cs typeface="Arial"/>
              </a:defRPr>
            </a:lvl8pPr>
            <a:lvl9pPr algn="l">
              <a:defRPr sz="1575" b="0">
                <a:solidFill>
                  <a:srgbClr val="18354B"/>
                </a:solidFill>
                <a:latin typeface="Arial"/>
                <a:ea typeface="Arial"/>
                <a:cs typeface="Arial"/>
              </a:defRPr>
            </a:lvl9pPr>
          </a:lstStyle>
          <a:p xmlns:a="http://schemas.openxmlformats.org/drawingml/2006/main">
            <a:pPr algn="l">
              <a:lnSpc>
                <a:spcPct val="108000"/>
              </a:lnSpc>
              <a:buNone/>
              <a:defRPr sz="1575" b="0">
                <a:solidFill>
                  <a:srgbClr val="18354B"/>
                </a:solidFill>
                <a:latin typeface="Arial"/>
                <a:ea typeface="Arial"/>
                <a:cs typeface="Arial"/>
              </a:defRPr>
            </a:pPr>
            <a:r>
              <a:rPr sz="1575" b="0">
                <a:solidFill>
                  <a:srgbClr val="18354B"/>
                </a:solidFill>
                <a:latin typeface="Arial"/>
                <a:ea typeface="Arial"/>
                <a:cs typeface="Arial"/>
              </a:rPr>
              <a:t>Protein measured before stroke and associated with later ischemic stroke risk.</a:t>
            </a:r>
          </a:p>
        </p:txBody>
      </p:sp>
      <p:sp>
        <p:nvSpPr>
          <p:cNvPr id="11" name="">
            <a:extLst xmlns:a="http://schemas.openxmlformats.org/drawingml/2006/main">
              <a:ext uri="{FF2B5EF4-FFF2-40B4-BE49-F238E27FC236}">
                <a16:creationId xmlns:a16="http://schemas.microsoft.com/office/drawing/2014/main" id="{F75AAAE6-0C13-4325-B2E2-30EC397D93BB}"/>
              </a:ext>
            </a:extLst>
          </p:cNvPr>
          <p:cNvSpPr>
            <a:spLocks xmlns:a="http://schemas.openxmlformats.org/drawingml/2006/main" noGrp="1"/>
          </p:cNvSpPr>
          <p:nvPr/>
        </p:nvSpPr>
        <p:spPr>
          <a:xfrm xmlns:a="http://schemas.openxmlformats.org/drawingml/2006/main">
            <a:off x="685800" y="3971925"/>
            <a:ext cx="66675" cy="723900"/>
          </a:xfrm>
          <a:prstGeom xmlns:a="http://schemas.openxmlformats.org/drawingml/2006/main" prst="rect">
            <a:avLst/>
          </a:prstGeom>
          <a:solidFill xmlns:a="http://schemas.openxmlformats.org/drawingml/2006/main">
            <a:srgbClr val="D5913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CB321C6-3024-40E1-99DA-17FCB2F94264}"/>
              </a:ext>
            </a:extLst>
          </p:cNvPr>
          <p:cNvSpPr>
            <a:spLocks xmlns:a="http://schemas.openxmlformats.org/drawingml/2006/main" noGrp="1"/>
          </p:cNvSpPr>
          <p:nvPr/>
        </p:nvSpPr>
        <p:spPr>
          <a:xfrm xmlns:a="http://schemas.openxmlformats.org/drawingml/2006/main">
            <a:off x="952500" y="39243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D59131"/>
                </a:solidFill>
                <a:latin typeface="Arial"/>
                <a:ea typeface="Arial"/>
                <a:cs typeface="Arial"/>
              </a:defRPr>
            </a:defPPr>
            <a:lvl1pPr algn="l">
              <a:defRPr sz="1575" b="1">
                <a:solidFill>
                  <a:srgbClr val="D59131"/>
                </a:solidFill>
                <a:latin typeface="Arial"/>
                <a:ea typeface="Arial"/>
                <a:cs typeface="Arial"/>
              </a:defRPr>
            </a:lvl1pPr>
            <a:lvl2pPr algn="l">
              <a:defRPr sz="1575" b="1">
                <a:solidFill>
                  <a:srgbClr val="D59131"/>
                </a:solidFill>
                <a:latin typeface="Arial"/>
                <a:ea typeface="Arial"/>
                <a:cs typeface="Arial"/>
              </a:defRPr>
            </a:lvl2pPr>
            <a:lvl3pPr algn="l">
              <a:defRPr sz="1575" b="1">
                <a:solidFill>
                  <a:srgbClr val="D59131"/>
                </a:solidFill>
                <a:latin typeface="Arial"/>
                <a:ea typeface="Arial"/>
                <a:cs typeface="Arial"/>
              </a:defRPr>
            </a:lvl3pPr>
            <a:lvl4pPr algn="l">
              <a:defRPr sz="1575" b="1">
                <a:solidFill>
                  <a:srgbClr val="D59131"/>
                </a:solidFill>
                <a:latin typeface="Arial"/>
                <a:ea typeface="Arial"/>
                <a:cs typeface="Arial"/>
              </a:defRPr>
            </a:lvl4pPr>
            <a:lvl5pPr algn="l">
              <a:defRPr sz="1575" b="1">
                <a:solidFill>
                  <a:srgbClr val="D59131"/>
                </a:solidFill>
                <a:latin typeface="Arial"/>
                <a:ea typeface="Arial"/>
                <a:cs typeface="Arial"/>
              </a:defRPr>
            </a:lvl5pPr>
            <a:lvl6pPr algn="l">
              <a:defRPr sz="1575" b="1">
                <a:solidFill>
                  <a:srgbClr val="D59131"/>
                </a:solidFill>
                <a:latin typeface="Arial"/>
                <a:ea typeface="Arial"/>
                <a:cs typeface="Arial"/>
              </a:defRPr>
            </a:lvl6pPr>
            <a:lvl7pPr algn="l">
              <a:defRPr sz="1575" b="1">
                <a:solidFill>
                  <a:srgbClr val="D59131"/>
                </a:solidFill>
                <a:latin typeface="Arial"/>
                <a:ea typeface="Arial"/>
                <a:cs typeface="Arial"/>
              </a:defRPr>
            </a:lvl7pPr>
            <a:lvl8pPr algn="l">
              <a:defRPr sz="1575" b="1">
                <a:solidFill>
                  <a:srgbClr val="D59131"/>
                </a:solidFill>
                <a:latin typeface="Arial"/>
                <a:ea typeface="Arial"/>
                <a:cs typeface="Arial"/>
              </a:defRPr>
            </a:lvl8pPr>
            <a:lvl9pPr algn="l">
              <a:defRPr sz="1575" b="1">
                <a:solidFill>
                  <a:srgbClr val="D59131"/>
                </a:solidFill>
                <a:latin typeface="Arial"/>
                <a:ea typeface="Arial"/>
                <a:cs typeface="Arial"/>
              </a:defRPr>
            </a:lvl9pPr>
          </a:lstStyle>
          <a:p xmlns:a="http://schemas.openxmlformats.org/drawingml/2006/main">
            <a:pPr algn="l">
              <a:lnSpc>
                <a:spcPct val="108000"/>
              </a:lnSpc>
              <a:buNone/>
              <a:defRPr sz="1575" b="1">
                <a:solidFill>
                  <a:srgbClr val="D59131"/>
                </a:solidFill>
                <a:latin typeface="Arial"/>
                <a:ea typeface="Arial"/>
                <a:cs typeface="Arial"/>
              </a:defRPr>
            </a:pPr>
            <a:r>
              <a:rPr sz="1575" b="1">
                <a:solidFill>
                  <a:srgbClr val="D59131"/>
                </a:solidFill>
                <a:latin typeface="Arial"/>
                <a:ea typeface="Arial"/>
                <a:cs typeface="Arial"/>
              </a:rPr>
              <a:t>After stroke</a:t>
            </a:r>
          </a:p>
        </p:txBody>
      </p:sp>
      <p:sp>
        <p:nvSpPr>
          <p:cNvPr id="13" name="">
            <a:extLst xmlns:a="http://schemas.openxmlformats.org/drawingml/2006/main">
              <a:ext uri="{FF2B5EF4-FFF2-40B4-BE49-F238E27FC236}">
                <a16:creationId xmlns:a16="http://schemas.microsoft.com/office/drawing/2014/main" id="{12B4653D-682E-4D2F-A4D8-AE1750229EC4}"/>
              </a:ext>
            </a:extLst>
          </p:cNvPr>
          <p:cNvSpPr>
            <a:spLocks xmlns:a="http://schemas.openxmlformats.org/drawingml/2006/main" noGrp="1"/>
          </p:cNvSpPr>
          <p:nvPr/>
        </p:nvSpPr>
        <p:spPr>
          <a:xfrm xmlns:a="http://schemas.openxmlformats.org/drawingml/2006/main">
            <a:off x="3476625" y="3924300"/>
            <a:ext cx="781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8354B"/>
                </a:solidFill>
                <a:latin typeface="Arial"/>
                <a:ea typeface="Arial"/>
                <a:cs typeface="Arial"/>
              </a:defRPr>
            </a:defPPr>
            <a:lvl1pPr algn="l">
              <a:defRPr sz="1575" b="0">
                <a:solidFill>
                  <a:srgbClr val="18354B"/>
                </a:solidFill>
                <a:latin typeface="Arial"/>
                <a:ea typeface="Arial"/>
                <a:cs typeface="Arial"/>
              </a:defRPr>
            </a:lvl1pPr>
            <a:lvl2pPr algn="l">
              <a:defRPr sz="1575" b="0">
                <a:solidFill>
                  <a:srgbClr val="18354B"/>
                </a:solidFill>
                <a:latin typeface="Arial"/>
                <a:ea typeface="Arial"/>
                <a:cs typeface="Arial"/>
              </a:defRPr>
            </a:lvl2pPr>
            <a:lvl3pPr algn="l">
              <a:defRPr sz="1575" b="0">
                <a:solidFill>
                  <a:srgbClr val="18354B"/>
                </a:solidFill>
                <a:latin typeface="Arial"/>
                <a:ea typeface="Arial"/>
                <a:cs typeface="Arial"/>
              </a:defRPr>
            </a:lvl3pPr>
            <a:lvl4pPr algn="l">
              <a:defRPr sz="1575" b="0">
                <a:solidFill>
                  <a:srgbClr val="18354B"/>
                </a:solidFill>
                <a:latin typeface="Arial"/>
                <a:ea typeface="Arial"/>
                <a:cs typeface="Arial"/>
              </a:defRPr>
            </a:lvl4pPr>
            <a:lvl5pPr algn="l">
              <a:defRPr sz="1575" b="0">
                <a:solidFill>
                  <a:srgbClr val="18354B"/>
                </a:solidFill>
                <a:latin typeface="Arial"/>
                <a:ea typeface="Arial"/>
                <a:cs typeface="Arial"/>
              </a:defRPr>
            </a:lvl5pPr>
            <a:lvl6pPr algn="l">
              <a:defRPr sz="1575" b="0">
                <a:solidFill>
                  <a:srgbClr val="18354B"/>
                </a:solidFill>
                <a:latin typeface="Arial"/>
                <a:ea typeface="Arial"/>
                <a:cs typeface="Arial"/>
              </a:defRPr>
            </a:lvl6pPr>
            <a:lvl7pPr algn="l">
              <a:defRPr sz="1575" b="0">
                <a:solidFill>
                  <a:srgbClr val="18354B"/>
                </a:solidFill>
                <a:latin typeface="Arial"/>
                <a:ea typeface="Arial"/>
                <a:cs typeface="Arial"/>
              </a:defRPr>
            </a:lvl7pPr>
            <a:lvl8pPr algn="l">
              <a:defRPr sz="1575" b="0">
                <a:solidFill>
                  <a:srgbClr val="18354B"/>
                </a:solidFill>
                <a:latin typeface="Arial"/>
                <a:ea typeface="Arial"/>
                <a:cs typeface="Arial"/>
              </a:defRPr>
            </a:lvl8pPr>
            <a:lvl9pPr algn="l">
              <a:defRPr sz="1575" b="0">
                <a:solidFill>
                  <a:srgbClr val="18354B"/>
                </a:solidFill>
                <a:latin typeface="Arial"/>
                <a:ea typeface="Arial"/>
                <a:cs typeface="Arial"/>
              </a:defRPr>
            </a:lvl9pPr>
          </a:lstStyle>
          <a:p xmlns:a="http://schemas.openxmlformats.org/drawingml/2006/main">
            <a:pPr algn="l">
              <a:lnSpc>
                <a:spcPct val="108000"/>
              </a:lnSpc>
              <a:buNone/>
              <a:defRPr sz="1575" b="0">
                <a:solidFill>
                  <a:srgbClr val="18354B"/>
                </a:solidFill>
                <a:latin typeface="Arial"/>
                <a:ea typeface="Arial"/>
                <a:cs typeface="Arial"/>
              </a:defRPr>
            </a:pPr>
            <a:r>
              <a:rPr sz="1575" b="0">
                <a:solidFill>
                  <a:srgbClr val="18354B"/>
                </a:solidFill>
                <a:latin typeface="Arial"/>
                <a:ea typeface="Arial"/>
                <a:cs typeface="Arial"/>
              </a:rPr>
              <a:t>Protein measured in people after the ischemic-stroke event.</a:t>
            </a:r>
          </a:p>
        </p:txBody>
      </p:sp>
      <p:sp>
        <p:nvSpPr>
          <p:cNvPr id="14" name="">
            <a:extLst xmlns:a="http://schemas.openxmlformats.org/drawingml/2006/main">
              <a:ext uri="{FF2B5EF4-FFF2-40B4-BE49-F238E27FC236}">
                <a16:creationId xmlns:a16="http://schemas.microsoft.com/office/drawing/2014/main" id="{8642D458-F6D9-44FE-AF17-5F1AF795F678}"/>
              </a:ext>
            </a:extLst>
          </p:cNvPr>
          <p:cNvSpPr>
            <a:spLocks xmlns:a="http://schemas.openxmlformats.org/drawingml/2006/main" noGrp="1"/>
          </p:cNvSpPr>
          <p:nvPr/>
        </p:nvSpPr>
        <p:spPr>
          <a:xfrm xmlns:a="http://schemas.openxmlformats.org/drawingml/2006/main">
            <a:off x="685800" y="4867275"/>
            <a:ext cx="66675" cy="723900"/>
          </a:xfrm>
          <a:prstGeom xmlns:a="http://schemas.openxmlformats.org/drawingml/2006/main" prst="rect">
            <a:avLst/>
          </a:prstGeom>
          <a:solidFill xmlns:a="http://schemas.openxmlformats.org/drawingml/2006/main">
            <a:srgbClr val="B7484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DE6CEE0-B1BE-4266-8BFA-18FB5D18F221}"/>
              </a:ext>
            </a:extLst>
          </p:cNvPr>
          <p:cNvSpPr>
            <a:spLocks xmlns:a="http://schemas.openxmlformats.org/drawingml/2006/main" noGrp="1"/>
          </p:cNvSpPr>
          <p:nvPr/>
        </p:nvSpPr>
        <p:spPr>
          <a:xfrm xmlns:a="http://schemas.openxmlformats.org/drawingml/2006/main">
            <a:off x="952500" y="48196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B74842"/>
                </a:solidFill>
                <a:latin typeface="Arial"/>
                <a:ea typeface="Arial"/>
                <a:cs typeface="Arial"/>
              </a:defRPr>
            </a:defPPr>
            <a:lvl1pPr algn="l">
              <a:defRPr sz="1575" b="1">
                <a:solidFill>
                  <a:srgbClr val="B74842"/>
                </a:solidFill>
                <a:latin typeface="Arial"/>
                <a:ea typeface="Arial"/>
                <a:cs typeface="Arial"/>
              </a:defRPr>
            </a:lvl1pPr>
            <a:lvl2pPr algn="l">
              <a:defRPr sz="1575" b="1">
                <a:solidFill>
                  <a:srgbClr val="B74842"/>
                </a:solidFill>
                <a:latin typeface="Arial"/>
                <a:ea typeface="Arial"/>
                <a:cs typeface="Arial"/>
              </a:defRPr>
            </a:lvl2pPr>
            <a:lvl3pPr algn="l">
              <a:defRPr sz="1575" b="1">
                <a:solidFill>
                  <a:srgbClr val="B74842"/>
                </a:solidFill>
                <a:latin typeface="Arial"/>
                <a:ea typeface="Arial"/>
                <a:cs typeface="Arial"/>
              </a:defRPr>
            </a:lvl3pPr>
            <a:lvl4pPr algn="l">
              <a:defRPr sz="1575" b="1">
                <a:solidFill>
                  <a:srgbClr val="B74842"/>
                </a:solidFill>
                <a:latin typeface="Arial"/>
                <a:ea typeface="Arial"/>
                <a:cs typeface="Arial"/>
              </a:defRPr>
            </a:lvl4pPr>
            <a:lvl5pPr algn="l">
              <a:defRPr sz="1575" b="1">
                <a:solidFill>
                  <a:srgbClr val="B74842"/>
                </a:solidFill>
                <a:latin typeface="Arial"/>
                <a:ea typeface="Arial"/>
                <a:cs typeface="Arial"/>
              </a:defRPr>
            </a:lvl5pPr>
            <a:lvl6pPr algn="l">
              <a:defRPr sz="1575" b="1">
                <a:solidFill>
                  <a:srgbClr val="B74842"/>
                </a:solidFill>
                <a:latin typeface="Arial"/>
                <a:ea typeface="Arial"/>
                <a:cs typeface="Arial"/>
              </a:defRPr>
            </a:lvl6pPr>
            <a:lvl7pPr algn="l">
              <a:defRPr sz="1575" b="1">
                <a:solidFill>
                  <a:srgbClr val="B74842"/>
                </a:solidFill>
                <a:latin typeface="Arial"/>
                <a:ea typeface="Arial"/>
                <a:cs typeface="Arial"/>
              </a:defRPr>
            </a:lvl7pPr>
            <a:lvl8pPr algn="l">
              <a:defRPr sz="1575" b="1">
                <a:solidFill>
                  <a:srgbClr val="B74842"/>
                </a:solidFill>
                <a:latin typeface="Arial"/>
                <a:ea typeface="Arial"/>
                <a:cs typeface="Arial"/>
              </a:defRPr>
            </a:lvl8pPr>
            <a:lvl9pPr algn="l">
              <a:defRPr sz="1575" b="1">
                <a:solidFill>
                  <a:srgbClr val="B74842"/>
                </a:solidFill>
                <a:latin typeface="Arial"/>
                <a:ea typeface="Arial"/>
                <a:cs typeface="Arial"/>
              </a:defRPr>
            </a:lvl9pPr>
          </a:lstStyle>
          <a:p xmlns:a="http://schemas.openxmlformats.org/drawingml/2006/main">
            <a:pPr algn="l">
              <a:lnSpc>
                <a:spcPct val="108000"/>
              </a:lnSpc>
              <a:buNone/>
              <a:defRPr sz="1575" b="1">
                <a:solidFill>
                  <a:srgbClr val="B74842"/>
                </a:solidFill>
                <a:latin typeface="Arial"/>
                <a:ea typeface="Arial"/>
                <a:cs typeface="Arial"/>
              </a:defRPr>
            </a:pPr>
            <a:r>
              <a:rPr sz="1575" b="1">
                <a:solidFill>
                  <a:srgbClr val="B74842"/>
                </a:solidFill>
                <a:latin typeface="Arial"/>
                <a:ea typeface="Arial"/>
                <a:cs typeface="Arial"/>
              </a:rPr>
              <a:t>Severity or outcome</a:t>
            </a:r>
          </a:p>
        </p:txBody>
      </p:sp>
      <p:sp>
        <p:nvSpPr>
          <p:cNvPr id="16" name="">
            <a:extLst xmlns:a="http://schemas.openxmlformats.org/drawingml/2006/main">
              <a:ext uri="{FF2B5EF4-FFF2-40B4-BE49-F238E27FC236}">
                <a16:creationId xmlns:a16="http://schemas.microsoft.com/office/drawing/2014/main" id="{75E11CE1-4BB0-46CC-8DF4-64B3B46319A5}"/>
              </a:ext>
            </a:extLst>
          </p:cNvPr>
          <p:cNvSpPr>
            <a:spLocks xmlns:a="http://schemas.openxmlformats.org/drawingml/2006/main" noGrp="1"/>
          </p:cNvSpPr>
          <p:nvPr/>
        </p:nvSpPr>
        <p:spPr>
          <a:xfrm xmlns:a="http://schemas.openxmlformats.org/drawingml/2006/main">
            <a:off x="3476625" y="4819650"/>
            <a:ext cx="781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8354B"/>
                </a:solidFill>
                <a:latin typeface="Arial"/>
                <a:ea typeface="Arial"/>
                <a:cs typeface="Arial"/>
              </a:defRPr>
            </a:defPPr>
            <a:lvl1pPr algn="l">
              <a:defRPr sz="1575" b="0">
                <a:solidFill>
                  <a:srgbClr val="18354B"/>
                </a:solidFill>
                <a:latin typeface="Arial"/>
                <a:ea typeface="Arial"/>
                <a:cs typeface="Arial"/>
              </a:defRPr>
            </a:lvl1pPr>
            <a:lvl2pPr algn="l">
              <a:defRPr sz="1575" b="0">
                <a:solidFill>
                  <a:srgbClr val="18354B"/>
                </a:solidFill>
                <a:latin typeface="Arial"/>
                <a:ea typeface="Arial"/>
                <a:cs typeface="Arial"/>
              </a:defRPr>
            </a:lvl2pPr>
            <a:lvl3pPr algn="l">
              <a:defRPr sz="1575" b="0">
                <a:solidFill>
                  <a:srgbClr val="18354B"/>
                </a:solidFill>
                <a:latin typeface="Arial"/>
                <a:ea typeface="Arial"/>
                <a:cs typeface="Arial"/>
              </a:defRPr>
            </a:lvl3pPr>
            <a:lvl4pPr algn="l">
              <a:defRPr sz="1575" b="0">
                <a:solidFill>
                  <a:srgbClr val="18354B"/>
                </a:solidFill>
                <a:latin typeface="Arial"/>
                <a:ea typeface="Arial"/>
                <a:cs typeface="Arial"/>
              </a:defRPr>
            </a:lvl4pPr>
            <a:lvl5pPr algn="l">
              <a:defRPr sz="1575" b="0">
                <a:solidFill>
                  <a:srgbClr val="18354B"/>
                </a:solidFill>
                <a:latin typeface="Arial"/>
                <a:ea typeface="Arial"/>
                <a:cs typeface="Arial"/>
              </a:defRPr>
            </a:lvl5pPr>
            <a:lvl6pPr algn="l">
              <a:defRPr sz="1575" b="0">
                <a:solidFill>
                  <a:srgbClr val="18354B"/>
                </a:solidFill>
                <a:latin typeface="Arial"/>
                <a:ea typeface="Arial"/>
                <a:cs typeface="Arial"/>
              </a:defRPr>
            </a:lvl6pPr>
            <a:lvl7pPr algn="l">
              <a:defRPr sz="1575" b="0">
                <a:solidFill>
                  <a:srgbClr val="18354B"/>
                </a:solidFill>
                <a:latin typeface="Arial"/>
                <a:ea typeface="Arial"/>
                <a:cs typeface="Arial"/>
              </a:defRPr>
            </a:lvl7pPr>
            <a:lvl8pPr algn="l">
              <a:defRPr sz="1575" b="0">
                <a:solidFill>
                  <a:srgbClr val="18354B"/>
                </a:solidFill>
                <a:latin typeface="Arial"/>
                <a:ea typeface="Arial"/>
                <a:cs typeface="Arial"/>
              </a:defRPr>
            </a:lvl8pPr>
            <a:lvl9pPr algn="l">
              <a:defRPr sz="1575" b="0">
                <a:solidFill>
                  <a:srgbClr val="18354B"/>
                </a:solidFill>
                <a:latin typeface="Arial"/>
                <a:ea typeface="Arial"/>
                <a:cs typeface="Arial"/>
              </a:defRPr>
            </a:lvl9pPr>
          </a:lstStyle>
          <a:p xmlns:a="http://schemas.openxmlformats.org/drawingml/2006/main">
            <a:pPr algn="l">
              <a:lnSpc>
                <a:spcPct val="108000"/>
              </a:lnSpc>
              <a:buNone/>
              <a:defRPr sz="1575" b="0">
                <a:solidFill>
                  <a:srgbClr val="18354B"/>
                </a:solidFill>
                <a:latin typeface="Arial"/>
                <a:ea typeface="Arial"/>
                <a:cs typeface="Arial"/>
              </a:defRPr>
            </a:pPr>
            <a:r>
              <a:rPr sz="1575" b="0">
                <a:solidFill>
                  <a:srgbClr val="18354B"/>
                </a:solidFill>
                <a:latin typeface="Arial"/>
                <a:ea typeface="Arial"/>
                <a:cs typeface="Arial"/>
              </a:rPr>
              <a:t>Protein measured in relation to severity, complications, recovery, or outcome.</a:t>
            </a:r>
          </a:p>
        </p:txBody>
      </p:sp>
      <p:sp>
        <p:nvSpPr>
          <p:cNvPr id="17" name="">
            <a:extLst xmlns:a="http://schemas.openxmlformats.org/drawingml/2006/main">
              <a:ext uri="{FF2B5EF4-FFF2-40B4-BE49-F238E27FC236}">
                <a16:creationId xmlns:a16="http://schemas.microsoft.com/office/drawing/2014/main" id="{6E14391E-03F0-49F2-8225-4F66E75E0FEB}"/>
              </a:ext>
            </a:extLst>
          </p:cNvPr>
          <p:cNvSpPr>
            <a:spLocks xmlns:a="http://schemas.openxmlformats.org/drawingml/2006/main" noGrp="1"/>
          </p:cNvSpPr>
          <p:nvPr/>
        </p:nvSpPr>
        <p:spPr>
          <a:xfrm xmlns:a="http://schemas.openxmlformats.org/drawingml/2006/main">
            <a:off x="685800" y="571500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F7483"/>
                </a:solidFill>
                <a:latin typeface="Arial"/>
                <a:ea typeface="Arial"/>
                <a:cs typeface="Arial"/>
              </a:defRPr>
            </a:defPPr>
            <a:lvl1pPr algn="l">
              <a:defRPr sz="1350" b="0">
                <a:solidFill>
                  <a:srgbClr val="5F7483"/>
                </a:solidFill>
                <a:latin typeface="Arial"/>
                <a:ea typeface="Arial"/>
                <a:cs typeface="Arial"/>
              </a:defRPr>
            </a:lvl1pPr>
            <a:lvl2pPr algn="l">
              <a:defRPr sz="1350" b="0">
                <a:solidFill>
                  <a:srgbClr val="5F7483"/>
                </a:solidFill>
                <a:latin typeface="Arial"/>
                <a:ea typeface="Arial"/>
                <a:cs typeface="Arial"/>
              </a:defRPr>
            </a:lvl2pPr>
            <a:lvl3pPr algn="l">
              <a:defRPr sz="1350" b="0">
                <a:solidFill>
                  <a:srgbClr val="5F7483"/>
                </a:solidFill>
                <a:latin typeface="Arial"/>
                <a:ea typeface="Arial"/>
                <a:cs typeface="Arial"/>
              </a:defRPr>
            </a:lvl3pPr>
            <a:lvl4pPr algn="l">
              <a:defRPr sz="1350" b="0">
                <a:solidFill>
                  <a:srgbClr val="5F7483"/>
                </a:solidFill>
                <a:latin typeface="Arial"/>
                <a:ea typeface="Arial"/>
                <a:cs typeface="Arial"/>
              </a:defRPr>
            </a:lvl4pPr>
            <a:lvl5pPr algn="l">
              <a:defRPr sz="1350" b="0">
                <a:solidFill>
                  <a:srgbClr val="5F7483"/>
                </a:solidFill>
                <a:latin typeface="Arial"/>
                <a:ea typeface="Arial"/>
                <a:cs typeface="Arial"/>
              </a:defRPr>
            </a:lvl5pPr>
            <a:lvl6pPr algn="l">
              <a:defRPr sz="1350" b="0">
                <a:solidFill>
                  <a:srgbClr val="5F7483"/>
                </a:solidFill>
                <a:latin typeface="Arial"/>
                <a:ea typeface="Arial"/>
                <a:cs typeface="Arial"/>
              </a:defRPr>
            </a:lvl6pPr>
            <a:lvl7pPr algn="l">
              <a:defRPr sz="1350" b="0">
                <a:solidFill>
                  <a:srgbClr val="5F7483"/>
                </a:solidFill>
                <a:latin typeface="Arial"/>
                <a:ea typeface="Arial"/>
                <a:cs typeface="Arial"/>
              </a:defRPr>
            </a:lvl7pPr>
            <a:lvl8pPr algn="l">
              <a:defRPr sz="1350" b="0">
                <a:solidFill>
                  <a:srgbClr val="5F7483"/>
                </a:solidFill>
                <a:latin typeface="Arial"/>
                <a:ea typeface="Arial"/>
                <a:cs typeface="Arial"/>
              </a:defRPr>
            </a:lvl8pPr>
            <a:lvl9pPr algn="l">
              <a:defRPr sz="1350" b="0">
                <a:solidFill>
                  <a:srgbClr val="5F7483"/>
                </a:solidFill>
                <a:latin typeface="Arial"/>
                <a:ea typeface="Arial"/>
                <a:cs typeface="Arial"/>
              </a:defRPr>
            </a:lvl9pPr>
          </a:lstStyle>
          <a:p xmlns:a="http://schemas.openxmlformats.org/drawingml/2006/main">
            <a:pPr algn="l">
              <a:lnSpc>
                <a:spcPct val="108000"/>
              </a:lnSpc>
              <a:buNone/>
              <a:defRPr sz="1350" b="0">
                <a:solidFill>
                  <a:srgbClr val="5F7483"/>
                </a:solidFill>
                <a:latin typeface="Arial"/>
                <a:ea typeface="Arial"/>
                <a:cs typeface="Arial"/>
              </a:defRPr>
            </a:pPr>
            <a:r>
              <a:rPr sz="1350" b="0">
                <a:solidFill>
                  <a:srgbClr val="5F7483"/>
                </a:solidFill>
                <a:latin typeface="Arial"/>
                <a:ea typeface="Arial"/>
                <a:cs typeface="Arial"/>
              </a:rPr>
              <a:t>These categories are recorded separately. Association does not prove causation.</a:t>
            </a:r>
          </a:p>
        </p:txBody>
      </p:sp>
    </p:spTree>
    <p:extLst>
      <p:ext uri="{BB962C8B-B14F-4D97-AF65-F5344CB8AC3E}">
        <p14:creationId xmlns:p14="http://schemas.microsoft.com/office/powerpoint/2010/main" val="18209579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824AAA2-FEA0-4EB1-B7EF-27E10FDA087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E7A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2EBC9A6-3D7E-4049-AA8C-E613FF8BB2BB}"/>
              </a:ext>
            </a:extLst>
          </p:cNvPr>
          <p:cNvSpPr>
            <a:spLocks xmlns:a="http://schemas.openxmlformats.org/drawingml/2006/main" noGrp="1"/>
          </p:cNvSpPr>
          <p:nvPr/>
        </p:nvSpPr>
        <p:spPr>
          <a:xfrm xmlns:a="http://schemas.openxmlformats.org/drawingml/2006/main">
            <a:off x="685800" y="4572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12304A"/>
                </a:solidFill>
                <a:latin typeface="Arial"/>
                <a:ea typeface="Arial"/>
                <a:cs typeface="Arial"/>
              </a:defRPr>
            </a:defPPr>
            <a:lvl1pPr algn="l">
              <a:defRPr sz="2700" b="1">
                <a:solidFill>
                  <a:srgbClr val="12304A"/>
                </a:solidFill>
                <a:latin typeface="Arial"/>
                <a:ea typeface="Arial"/>
                <a:cs typeface="Arial"/>
              </a:defRPr>
            </a:lvl1pPr>
            <a:lvl2pPr algn="l">
              <a:defRPr sz="2700" b="1">
                <a:solidFill>
                  <a:srgbClr val="12304A"/>
                </a:solidFill>
                <a:latin typeface="Arial"/>
                <a:ea typeface="Arial"/>
                <a:cs typeface="Arial"/>
              </a:defRPr>
            </a:lvl2pPr>
            <a:lvl3pPr algn="l">
              <a:defRPr sz="2700" b="1">
                <a:solidFill>
                  <a:srgbClr val="12304A"/>
                </a:solidFill>
                <a:latin typeface="Arial"/>
                <a:ea typeface="Arial"/>
                <a:cs typeface="Arial"/>
              </a:defRPr>
            </a:lvl3pPr>
            <a:lvl4pPr algn="l">
              <a:defRPr sz="2700" b="1">
                <a:solidFill>
                  <a:srgbClr val="12304A"/>
                </a:solidFill>
                <a:latin typeface="Arial"/>
                <a:ea typeface="Arial"/>
                <a:cs typeface="Arial"/>
              </a:defRPr>
            </a:lvl4pPr>
            <a:lvl5pPr algn="l">
              <a:defRPr sz="2700" b="1">
                <a:solidFill>
                  <a:srgbClr val="12304A"/>
                </a:solidFill>
                <a:latin typeface="Arial"/>
                <a:ea typeface="Arial"/>
                <a:cs typeface="Arial"/>
              </a:defRPr>
            </a:lvl5pPr>
            <a:lvl6pPr algn="l">
              <a:defRPr sz="2700" b="1">
                <a:solidFill>
                  <a:srgbClr val="12304A"/>
                </a:solidFill>
                <a:latin typeface="Arial"/>
                <a:ea typeface="Arial"/>
                <a:cs typeface="Arial"/>
              </a:defRPr>
            </a:lvl6pPr>
            <a:lvl7pPr algn="l">
              <a:defRPr sz="2700" b="1">
                <a:solidFill>
                  <a:srgbClr val="12304A"/>
                </a:solidFill>
                <a:latin typeface="Arial"/>
                <a:ea typeface="Arial"/>
                <a:cs typeface="Arial"/>
              </a:defRPr>
            </a:lvl7pPr>
            <a:lvl8pPr algn="l">
              <a:defRPr sz="2700" b="1">
                <a:solidFill>
                  <a:srgbClr val="12304A"/>
                </a:solidFill>
                <a:latin typeface="Arial"/>
                <a:ea typeface="Arial"/>
                <a:cs typeface="Arial"/>
              </a:defRPr>
            </a:lvl8pPr>
            <a:lvl9pPr algn="l">
              <a:defRPr sz="2700" b="1">
                <a:solidFill>
                  <a:srgbClr val="12304A"/>
                </a:solidFill>
                <a:latin typeface="Arial"/>
                <a:ea typeface="Arial"/>
                <a:cs typeface="Arial"/>
              </a:defRPr>
            </a:lvl9pPr>
          </a:lstStyle>
          <a:p xmlns:a="http://schemas.openxmlformats.org/drawingml/2006/main">
            <a:pPr algn="l">
              <a:lnSpc>
                <a:spcPct val="108000"/>
              </a:lnSpc>
              <a:buNone/>
              <a:defRPr sz="2700" b="1">
                <a:solidFill>
                  <a:srgbClr val="12304A"/>
                </a:solidFill>
                <a:latin typeface="Arial"/>
                <a:ea typeface="Arial"/>
                <a:cs typeface="Arial"/>
              </a:defRPr>
            </a:pPr>
            <a:r>
              <a:rPr sz="2700" b="1">
                <a:solidFill>
                  <a:srgbClr val="12304A"/>
                </a:solidFill>
                <a:latin typeface="Arial"/>
                <a:ea typeface="Arial"/>
                <a:cs typeface="Arial"/>
              </a:rPr>
              <a:t>How evidence becomes a label</a:t>
            </a:r>
          </a:p>
        </p:txBody>
      </p:sp>
      <p:sp>
        <p:nvSpPr>
          <p:cNvPr id="3" name="">
            <a:extLst xmlns:a="http://schemas.openxmlformats.org/drawingml/2006/main">
              <a:ext uri="{FF2B5EF4-FFF2-40B4-BE49-F238E27FC236}">
                <a16:creationId xmlns:a16="http://schemas.microsoft.com/office/drawing/2014/main" id="{E5CAA123-93EF-4F8F-B4F9-80325997468A}"/>
              </a:ext>
            </a:extLst>
          </p:cNvPr>
          <p:cNvSpPr>
            <a:spLocks xmlns:a="http://schemas.openxmlformats.org/drawingml/2006/main" noGrp="1"/>
          </p:cNvSpPr>
          <p:nvPr/>
        </p:nvSpPr>
        <p:spPr>
          <a:xfrm xmlns:a="http://schemas.openxmlformats.org/drawingml/2006/main">
            <a:off x="685800" y="6191250"/>
            <a:ext cx="10820400" cy="9525"/>
          </a:xfrm>
          <a:prstGeom xmlns:a="http://schemas.openxmlformats.org/drawingml/2006/main" prst="line">
            <a:avLst/>
          </a:prstGeom>
          <a:solidFill xmlns:a="http://schemas.openxmlformats.org/drawingml/2006/main">
            <a:srgbClr val="D7E1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CF1CDCB-E7EA-4859-8325-834C0589F0DF}"/>
              </a:ext>
            </a:extLst>
          </p:cNvPr>
          <p:cNvSpPr>
            <a:spLocks xmlns:a="http://schemas.openxmlformats.org/drawingml/2006/main" noGrp="1"/>
          </p:cNvSpPr>
          <p:nvPr/>
        </p:nvSpPr>
        <p:spPr>
          <a:xfrm xmlns:a="http://schemas.openxmlformats.org/drawingml/2006/main">
            <a:off x="685800" y="634365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F7483"/>
                </a:solidFill>
                <a:latin typeface="Arial"/>
                <a:ea typeface="Arial"/>
                <a:cs typeface="Arial"/>
              </a:defRPr>
            </a:defPPr>
            <a:lvl1pPr algn="l">
              <a:defRPr sz="975" b="0">
                <a:solidFill>
                  <a:srgbClr val="5F7483"/>
                </a:solidFill>
                <a:latin typeface="Arial"/>
                <a:ea typeface="Arial"/>
                <a:cs typeface="Arial"/>
              </a:defRPr>
            </a:lvl1pPr>
            <a:lvl2pPr algn="l">
              <a:defRPr sz="975" b="0">
                <a:solidFill>
                  <a:srgbClr val="5F7483"/>
                </a:solidFill>
                <a:latin typeface="Arial"/>
                <a:ea typeface="Arial"/>
                <a:cs typeface="Arial"/>
              </a:defRPr>
            </a:lvl2pPr>
            <a:lvl3pPr algn="l">
              <a:defRPr sz="975" b="0">
                <a:solidFill>
                  <a:srgbClr val="5F7483"/>
                </a:solidFill>
                <a:latin typeface="Arial"/>
                <a:ea typeface="Arial"/>
                <a:cs typeface="Arial"/>
              </a:defRPr>
            </a:lvl3pPr>
            <a:lvl4pPr algn="l">
              <a:defRPr sz="975" b="0">
                <a:solidFill>
                  <a:srgbClr val="5F7483"/>
                </a:solidFill>
                <a:latin typeface="Arial"/>
                <a:ea typeface="Arial"/>
                <a:cs typeface="Arial"/>
              </a:defRPr>
            </a:lvl4pPr>
            <a:lvl5pPr algn="l">
              <a:defRPr sz="975" b="0">
                <a:solidFill>
                  <a:srgbClr val="5F7483"/>
                </a:solidFill>
                <a:latin typeface="Arial"/>
                <a:ea typeface="Arial"/>
                <a:cs typeface="Arial"/>
              </a:defRPr>
            </a:lvl5pPr>
            <a:lvl6pPr algn="l">
              <a:defRPr sz="975" b="0">
                <a:solidFill>
                  <a:srgbClr val="5F7483"/>
                </a:solidFill>
                <a:latin typeface="Arial"/>
                <a:ea typeface="Arial"/>
                <a:cs typeface="Arial"/>
              </a:defRPr>
            </a:lvl6pPr>
            <a:lvl7pPr algn="l">
              <a:defRPr sz="975" b="0">
                <a:solidFill>
                  <a:srgbClr val="5F7483"/>
                </a:solidFill>
                <a:latin typeface="Arial"/>
                <a:ea typeface="Arial"/>
                <a:cs typeface="Arial"/>
              </a:defRPr>
            </a:lvl7pPr>
            <a:lvl8pPr algn="l">
              <a:defRPr sz="975" b="0">
                <a:solidFill>
                  <a:srgbClr val="5F7483"/>
                </a:solidFill>
                <a:latin typeface="Arial"/>
                <a:ea typeface="Arial"/>
                <a:cs typeface="Arial"/>
              </a:defRPr>
            </a:lvl8pPr>
            <a:lvl9pPr algn="l">
              <a:defRPr sz="975" b="0">
                <a:solidFill>
                  <a:srgbClr val="5F7483"/>
                </a:solidFill>
                <a:latin typeface="Arial"/>
                <a:ea typeface="Arial"/>
                <a:cs typeface="Arial"/>
              </a:defRPr>
            </a:lvl9pPr>
          </a:lstStyle>
          <a:p xmlns:a="http://schemas.openxmlformats.org/drawingml/2006/main">
            <a:pPr algn="l">
              <a:lnSpc>
                <a:spcPct val="108000"/>
              </a:lnSpc>
              <a:buNone/>
              <a:defRPr sz="975" b="0">
                <a:solidFill>
                  <a:srgbClr val="5F7483"/>
                </a:solidFill>
                <a:latin typeface="Arial"/>
                <a:ea typeface="Arial"/>
                <a:cs typeface="Arial"/>
              </a:defRPr>
            </a:pPr>
            <a:r>
              <a:rPr sz="975" b="0">
                <a:solidFill>
                  <a:srgbClr val="5F7483"/>
                </a:solidFill>
                <a:latin typeface="Arial"/>
                <a:ea typeface="Arial"/>
                <a:cs typeface="Arial"/>
              </a:rPr>
              <a:t>StrokeProt-AI | Research project update | 25 Oct 2026</a:t>
            </a:r>
          </a:p>
        </p:txBody>
      </p:sp>
      <p:sp>
        <p:nvSpPr>
          <p:cNvPr id="5" name="">
            <a:extLst xmlns:a="http://schemas.openxmlformats.org/drawingml/2006/main">
              <a:ext uri="{FF2B5EF4-FFF2-40B4-BE49-F238E27FC236}">
                <a16:creationId xmlns:a16="http://schemas.microsoft.com/office/drawing/2014/main" id="{A32B0CE9-4273-4838-B706-3A327A9370BB}"/>
              </a:ext>
            </a:extLst>
          </p:cNvPr>
          <p:cNvSpPr>
            <a:spLocks xmlns:a="http://schemas.openxmlformats.org/drawingml/2006/main" noGrp="1"/>
          </p:cNvSpPr>
          <p:nvPr/>
        </p:nvSpPr>
        <p:spPr>
          <a:xfrm xmlns:a="http://schemas.openxmlformats.org/drawingml/2006/main">
            <a:off x="10953750" y="63150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5F7483"/>
                </a:solidFill>
                <a:latin typeface="Arial"/>
                <a:ea typeface="Arial"/>
                <a:cs typeface="Arial"/>
              </a:defRPr>
            </a:defPPr>
            <a:lvl1pPr algn="r">
              <a:defRPr sz="1050" b="1">
                <a:solidFill>
                  <a:srgbClr val="5F7483"/>
                </a:solidFill>
                <a:latin typeface="Arial"/>
                <a:ea typeface="Arial"/>
                <a:cs typeface="Arial"/>
              </a:defRPr>
            </a:lvl1pPr>
            <a:lvl2pPr algn="r">
              <a:defRPr sz="1050" b="1">
                <a:solidFill>
                  <a:srgbClr val="5F7483"/>
                </a:solidFill>
                <a:latin typeface="Arial"/>
                <a:ea typeface="Arial"/>
                <a:cs typeface="Arial"/>
              </a:defRPr>
            </a:lvl2pPr>
            <a:lvl3pPr algn="r">
              <a:defRPr sz="1050" b="1">
                <a:solidFill>
                  <a:srgbClr val="5F7483"/>
                </a:solidFill>
                <a:latin typeface="Arial"/>
                <a:ea typeface="Arial"/>
                <a:cs typeface="Arial"/>
              </a:defRPr>
            </a:lvl3pPr>
            <a:lvl4pPr algn="r">
              <a:defRPr sz="1050" b="1">
                <a:solidFill>
                  <a:srgbClr val="5F7483"/>
                </a:solidFill>
                <a:latin typeface="Arial"/>
                <a:ea typeface="Arial"/>
                <a:cs typeface="Arial"/>
              </a:defRPr>
            </a:lvl4pPr>
            <a:lvl5pPr algn="r">
              <a:defRPr sz="1050" b="1">
                <a:solidFill>
                  <a:srgbClr val="5F7483"/>
                </a:solidFill>
                <a:latin typeface="Arial"/>
                <a:ea typeface="Arial"/>
                <a:cs typeface="Arial"/>
              </a:defRPr>
            </a:lvl5pPr>
            <a:lvl6pPr algn="r">
              <a:defRPr sz="1050" b="1">
                <a:solidFill>
                  <a:srgbClr val="5F7483"/>
                </a:solidFill>
                <a:latin typeface="Arial"/>
                <a:ea typeface="Arial"/>
                <a:cs typeface="Arial"/>
              </a:defRPr>
            </a:lvl6pPr>
            <a:lvl7pPr algn="r">
              <a:defRPr sz="1050" b="1">
                <a:solidFill>
                  <a:srgbClr val="5F7483"/>
                </a:solidFill>
                <a:latin typeface="Arial"/>
                <a:ea typeface="Arial"/>
                <a:cs typeface="Arial"/>
              </a:defRPr>
            </a:lvl7pPr>
            <a:lvl8pPr algn="r">
              <a:defRPr sz="1050" b="1">
                <a:solidFill>
                  <a:srgbClr val="5F7483"/>
                </a:solidFill>
                <a:latin typeface="Arial"/>
                <a:ea typeface="Arial"/>
                <a:cs typeface="Arial"/>
              </a:defRPr>
            </a:lvl8pPr>
            <a:lvl9pPr algn="r">
              <a:defRPr sz="1050" b="1">
                <a:solidFill>
                  <a:srgbClr val="5F7483"/>
                </a:solidFill>
                <a:latin typeface="Arial"/>
                <a:ea typeface="Arial"/>
                <a:cs typeface="Arial"/>
              </a:defRPr>
            </a:lvl9pPr>
          </a:lstStyle>
          <a:p xmlns:a="http://schemas.openxmlformats.org/drawingml/2006/main">
            <a:pPr algn="r">
              <a:lnSpc>
                <a:spcPct val="108000"/>
              </a:lnSpc>
              <a:buNone/>
              <a:defRPr sz="1050" b="1">
                <a:solidFill>
                  <a:srgbClr val="5F7483"/>
                </a:solidFill>
                <a:latin typeface="Arial"/>
                <a:ea typeface="Arial"/>
                <a:cs typeface="Arial"/>
              </a:defRPr>
            </a:pPr>
            <a:r>
              <a:rPr sz="1050" b="1">
                <a:solidFill>
                  <a:srgbClr val="5F7483"/>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9FD5E430-3611-4D8D-BCB9-67FB6CF7F93B}"/>
              </a:ext>
            </a:extLst>
          </p:cNvPr>
          <p:cNvSpPr>
            <a:spLocks xmlns:a="http://schemas.openxmlformats.org/drawingml/2006/main" noGrp="1"/>
          </p:cNvSpPr>
          <p:nvPr/>
        </p:nvSpPr>
        <p:spPr>
          <a:xfrm xmlns:a="http://schemas.openxmlformats.org/drawingml/2006/main">
            <a:off x="685800" y="1257300"/>
            <a:ext cx="10287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2304A"/>
                </a:solidFill>
                <a:latin typeface="Arial"/>
                <a:ea typeface="Arial"/>
                <a:cs typeface="Arial"/>
              </a:defRPr>
            </a:defPPr>
            <a:lvl1pPr algn="l">
              <a:defRPr sz="2250" b="1">
                <a:solidFill>
                  <a:srgbClr val="12304A"/>
                </a:solidFill>
                <a:latin typeface="Arial"/>
                <a:ea typeface="Arial"/>
                <a:cs typeface="Arial"/>
              </a:defRPr>
            </a:lvl1pPr>
            <a:lvl2pPr algn="l">
              <a:defRPr sz="2250" b="1">
                <a:solidFill>
                  <a:srgbClr val="12304A"/>
                </a:solidFill>
                <a:latin typeface="Arial"/>
                <a:ea typeface="Arial"/>
                <a:cs typeface="Arial"/>
              </a:defRPr>
            </a:lvl2pPr>
            <a:lvl3pPr algn="l">
              <a:defRPr sz="2250" b="1">
                <a:solidFill>
                  <a:srgbClr val="12304A"/>
                </a:solidFill>
                <a:latin typeface="Arial"/>
                <a:ea typeface="Arial"/>
                <a:cs typeface="Arial"/>
              </a:defRPr>
            </a:lvl3pPr>
            <a:lvl4pPr algn="l">
              <a:defRPr sz="2250" b="1">
                <a:solidFill>
                  <a:srgbClr val="12304A"/>
                </a:solidFill>
                <a:latin typeface="Arial"/>
                <a:ea typeface="Arial"/>
                <a:cs typeface="Arial"/>
              </a:defRPr>
            </a:lvl4pPr>
            <a:lvl5pPr algn="l">
              <a:defRPr sz="2250" b="1">
                <a:solidFill>
                  <a:srgbClr val="12304A"/>
                </a:solidFill>
                <a:latin typeface="Arial"/>
                <a:ea typeface="Arial"/>
                <a:cs typeface="Arial"/>
              </a:defRPr>
            </a:lvl5pPr>
            <a:lvl6pPr algn="l">
              <a:defRPr sz="2250" b="1">
                <a:solidFill>
                  <a:srgbClr val="12304A"/>
                </a:solidFill>
                <a:latin typeface="Arial"/>
                <a:ea typeface="Arial"/>
                <a:cs typeface="Arial"/>
              </a:defRPr>
            </a:lvl6pPr>
            <a:lvl7pPr algn="l">
              <a:defRPr sz="2250" b="1">
                <a:solidFill>
                  <a:srgbClr val="12304A"/>
                </a:solidFill>
                <a:latin typeface="Arial"/>
                <a:ea typeface="Arial"/>
                <a:cs typeface="Arial"/>
              </a:defRPr>
            </a:lvl7pPr>
            <a:lvl8pPr algn="l">
              <a:defRPr sz="2250" b="1">
                <a:solidFill>
                  <a:srgbClr val="12304A"/>
                </a:solidFill>
                <a:latin typeface="Arial"/>
                <a:ea typeface="Arial"/>
                <a:cs typeface="Arial"/>
              </a:defRPr>
            </a:lvl8pPr>
            <a:lvl9pPr algn="l">
              <a:defRPr sz="2250" b="1">
                <a:solidFill>
                  <a:srgbClr val="12304A"/>
                </a:solidFill>
                <a:latin typeface="Arial"/>
                <a:ea typeface="Arial"/>
                <a:cs typeface="Arial"/>
              </a:defRPr>
            </a:lvl9pPr>
          </a:lstStyle>
          <a:p xmlns:a="http://schemas.openxmlformats.org/drawingml/2006/main">
            <a:pPr algn="l">
              <a:lnSpc>
                <a:spcPct val="108000"/>
              </a:lnSpc>
              <a:buNone/>
              <a:defRPr sz="2250" b="1">
                <a:solidFill>
                  <a:srgbClr val="12304A"/>
                </a:solidFill>
                <a:latin typeface="Arial"/>
                <a:ea typeface="Arial"/>
                <a:cs typeface="Arial"/>
              </a:defRPr>
            </a:pPr>
            <a:r>
              <a:rPr sz="2250" b="1">
                <a:solidFill>
                  <a:srgbClr val="12304A"/>
                </a:solidFill>
                <a:latin typeface="Arial"/>
                <a:ea typeface="Arial"/>
                <a:cs typeface="Arial"/>
              </a:rPr>
              <a:t>A positive requires a qualifying primary human study</a:t>
            </a:r>
          </a:p>
        </p:txBody>
      </p:sp>
      <p:sp>
        <p:nvSpPr>
          <p:cNvPr id="7" name="">
            <a:extLst xmlns:a="http://schemas.openxmlformats.org/drawingml/2006/main">
              <a:ext uri="{FF2B5EF4-FFF2-40B4-BE49-F238E27FC236}">
                <a16:creationId xmlns:a16="http://schemas.microsoft.com/office/drawing/2014/main" id="{409EBE0C-3083-4A5F-AB2E-2A67376E985A}"/>
              </a:ext>
            </a:extLst>
          </p:cNvPr>
          <p:cNvSpPr>
            <a:spLocks xmlns:a="http://schemas.openxmlformats.org/drawingml/2006/main" noGrp="1"/>
          </p:cNvSpPr>
          <p:nvPr/>
        </p:nvSpPr>
        <p:spPr>
          <a:xfrm xmlns:a="http://schemas.openxmlformats.org/drawingml/2006/main">
            <a:off x="685800" y="21336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427A5B"/>
                </a:solidFill>
                <a:latin typeface="Arial"/>
                <a:ea typeface="Arial"/>
                <a:cs typeface="Arial"/>
              </a:defRPr>
            </a:defPPr>
            <a:lvl1pPr algn="l">
              <a:defRPr sz="1725" b="1">
                <a:solidFill>
                  <a:srgbClr val="427A5B"/>
                </a:solidFill>
                <a:latin typeface="Arial"/>
                <a:ea typeface="Arial"/>
                <a:cs typeface="Arial"/>
              </a:defRPr>
            </a:lvl1pPr>
            <a:lvl2pPr algn="l">
              <a:defRPr sz="1725" b="1">
                <a:solidFill>
                  <a:srgbClr val="427A5B"/>
                </a:solidFill>
                <a:latin typeface="Arial"/>
                <a:ea typeface="Arial"/>
                <a:cs typeface="Arial"/>
              </a:defRPr>
            </a:lvl2pPr>
            <a:lvl3pPr algn="l">
              <a:defRPr sz="1725" b="1">
                <a:solidFill>
                  <a:srgbClr val="427A5B"/>
                </a:solidFill>
                <a:latin typeface="Arial"/>
                <a:ea typeface="Arial"/>
                <a:cs typeface="Arial"/>
              </a:defRPr>
            </a:lvl3pPr>
            <a:lvl4pPr algn="l">
              <a:defRPr sz="1725" b="1">
                <a:solidFill>
                  <a:srgbClr val="427A5B"/>
                </a:solidFill>
                <a:latin typeface="Arial"/>
                <a:ea typeface="Arial"/>
                <a:cs typeface="Arial"/>
              </a:defRPr>
            </a:lvl4pPr>
            <a:lvl5pPr algn="l">
              <a:defRPr sz="1725" b="1">
                <a:solidFill>
                  <a:srgbClr val="427A5B"/>
                </a:solidFill>
                <a:latin typeface="Arial"/>
                <a:ea typeface="Arial"/>
                <a:cs typeface="Arial"/>
              </a:defRPr>
            </a:lvl5pPr>
            <a:lvl6pPr algn="l">
              <a:defRPr sz="1725" b="1">
                <a:solidFill>
                  <a:srgbClr val="427A5B"/>
                </a:solidFill>
                <a:latin typeface="Arial"/>
                <a:ea typeface="Arial"/>
                <a:cs typeface="Arial"/>
              </a:defRPr>
            </a:lvl6pPr>
            <a:lvl7pPr algn="l">
              <a:defRPr sz="1725" b="1">
                <a:solidFill>
                  <a:srgbClr val="427A5B"/>
                </a:solidFill>
                <a:latin typeface="Arial"/>
                <a:ea typeface="Arial"/>
                <a:cs typeface="Arial"/>
              </a:defRPr>
            </a:lvl7pPr>
            <a:lvl8pPr algn="l">
              <a:defRPr sz="1725" b="1">
                <a:solidFill>
                  <a:srgbClr val="427A5B"/>
                </a:solidFill>
                <a:latin typeface="Arial"/>
                <a:ea typeface="Arial"/>
                <a:cs typeface="Arial"/>
              </a:defRPr>
            </a:lvl8pPr>
            <a:lvl9pPr algn="l">
              <a:defRPr sz="1725" b="1">
                <a:solidFill>
                  <a:srgbClr val="427A5B"/>
                </a:solidFill>
                <a:latin typeface="Arial"/>
                <a:ea typeface="Arial"/>
                <a:cs typeface="Arial"/>
              </a:defRPr>
            </a:lvl9pPr>
          </a:lstStyle>
          <a:p xmlns:a="http://schemas.openxmlformats.org/drawingml/2006/main">
            <a:pPr algn="l">
              <a:lnSpc>
                <a:spcPct val="108000"/>
              </a:lnSpc>
              <a:buNone/>
              <a:defRPr sz="1725" b="1">
                <a:solidFill>
                  <a:srgbClr val="427A5B"/>
                </a:solidFill>
                <a:latin typeface="Arial"/>
                <a:ea typeface="Arial"/>
                <a:cs typeface="Arial"/>
              </a:defRPr>
            </a:pPr>
            <a:r>
              <a:rPr sz="1725" b="1">
                <a:solidFill>
                  <a:srgbClr val="427A5B"/>
                </a:solidFill>
                <a:latin typeface="Arial"/>
                <a:ea typeface="Arial"/>
                <a:cs typeface="Arial"/>
              </a:rPr>
              <a:t>Positive</a:t>
            </a:r>
          </a:p>
        </p:txBody>
      </p:sp>
      <p:sp>
        <p:nvSpPr>
          <p:cNvPr id="8" name="">
            <a:extLst xmlns:a="http://schemas.openxmlformats.org/drawingml/2006/main">
              <a:ext uri="{FF2B5EF4-FFF2-40B4-BE49-F238E27FC236}">
                <a16:creationId xmlns:a16="http://schemas.microsoft.com/office/drawing/2014/main" id="{A5D2A68A-530B-4822-81F0-D720954ED5F5}"/>
              </a:ext>
            </a:extLst>
          </p:cNvPr>
          <p:cNvSpPr>
            <a:spLocks xmlns:a="http://schemas.openxmlformats.org/drawingml/2006/main" noGrp="1"/>
          </p:cNvSpPr>
          <p:nvPr/>
        </p:nvSpPr>
        <p:spPr>
          <a:xfrm xmlns:a="http://schemas.openxmlformats.org/drawingml/2006/main">
            <a:off x="3238500" y="2133600"/>
            <a:ext cx="7858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8354B"/>
                </a:solidFill>
                <a:latin typeface="Arial"/>
                <a:ea typeface="Arial"/>
                <a:cs typeface="Arial"/>
              </a:defRPr>
            </a:defPPr>
            <a:lvl1pPr algn="l">
              <a:defRPr sz="1650" b="0">
                <a:solidFill>
                  <a:srgbClr val="18354B"/>
                </a:solidFill>
                <a:latin typeface="Arial"/>
                <a:ea typeface="Arial"/>
                <a:cs typeface="Arial"/>
              </a:defRPr>
            </a:lvl1pPr>
            <a:lvl2pPr algn="l">
              <a:defRPr sz="1650" b="0">
                <a:solidFill>
                  <a:srgbClr val="18354B"/>
                </a:solidFill>
                <a:latin typeface="Arial"/>
                <a:ea typeface="Arial"/>
                <a:cs typeface="Arial"/>
              </a:defRPr>
            </a:lvl2pPr>
            <a:lvl3pPr algn="l">
              <a:defRPr sz="1650" b="0">
                <a:solidFill>
                  <a:srgbClr val="18354B"/>
                </a:solidFill>
                <a:latin typeface="Arial"/>
                <a:ea typeface="Arial"/>
                <a:cs typeface="Arial"/>
              </a:defRPr>
            </a:lvl3pPr>
            <a:lvl4pPr algn="l">
              <a:defRPr sz="1650" b="0">
                <a:solidFill>
                  <a:srgbClr val="18354B"/>
                </a:solidFill>
                <a:latin typeface="Arial"/>
                <a:ea typeface="Arial"/>
                <a:cs typeface="Arial"/>
              </a:defRPr>
            </a:lvl4pPr>
            <a:lvl5pPr algn="l">
              <a:defRPr sz="1650" b="0">
                <a:solidFill>
                  <a:srgbClr val="18354B"/>
                </a:solidFill>
                <a:latin typeface="Arial"/>
                <a:ea typeface="Arial"/>
                <a:cs typeface="Arial"/>
              </a:defRPr>
            </a:lvl5pPr>
            <a:lvl6pPr algn="l">
              <a:defRPr sz="1650" b="0">
                <a:solidFill>
                  <a:srgbClr val="18354B"/>
                </a:solidFill>
                <a:latin typeface="Arial"/>
                <a:ea typeface="Arial"/>
                <a:cs typeface="Arial"/>
              </a:defRPr>
            </a:lvl6pPr>
            <a:lvl7pPr algn="l">
              <a:defRPr sz="1650" b="0">
                <a:solidFill>
                  <a:srgbClr val="18354B"/>
                </a:solidFill>
                <a:latin typeface="Arial"/>
                <a:ea typeface="Arial"/>
                <a:cs typeface="Arial"/>
              </a:defRPr>
            </a:lvl7pPr>
            <a:lvl8pPr algn="l">
              <a:defRPr sz="1650" b="0">
                <a:solidFill>
                  <a:srgbClr val="18354B"/>
                </a:solidFill>
                <a:latin typeface="Arial"/>
                <a:ea typeface="Arial"/>
                <a:cs typeface="Arial"/>
              </a:defRPr>
            </a:lvl8pPr>
            <a:lvl9pPr algn="l">
              <a:defRPr sz="1650" b="0">
                <a:solidFill>
                  <a:srgbClr val="18354B"/>
                </a:solidFill>
                <a:latin typeface="Arial"/>
                <a:ea typeface="Arial"/>
                <a:cs typeface="Arial"/>
              </a:defRPr>
            </a:lvl9pPr>
          </a:lstStyle>
          <a:p xmlns:a="http://schemas.openxmlformats.org/drawingml/2006/main">
            <a:pPr algn="l">
              <a:lnSpc>
                <a:spcPct val="108000"/>
              </a:lnSpc>
              <a:buNone/>
              <a:defRPr sz="1650" b="0">
                <a:solidFill>
                  <a:srgbClr val="18354B"/>
                </a:solidFill>
                <a:latin typeface="Arial"/>
                <a:ea typeface="Arial"/>
                <a:cs typeface="Arial"/>
              </a:defRPr>
            </a:pPr>
            <a:r>
              <a:rPr sz="1650" b="0">
                <a:solidFill>
                  <a:srgbClr val="18354B"/>
                </a:solidFill>
                <a:latin typeface="Arial"/>
                <a:ea typeface="Arial"/>
                <a:cs typeface="Arial"/>
              </a:rPr>
              <a:t>A cited primary human ischemic-stroke study reports one of the three defined association types.</a:t>
            </a:r>
          </a:p>
        </p:txBody>
      </p:sp>
      <p:sp>
        <p:nvSpPr>
          <p:cNvPr id="9" name="">
            <a:extLst xmlns:a="http://schemas.openxmlformats.org/drawingml/2006/main">
              <a:ext uri="{FF2B5EF4-FFF2-40B4-BE49-F238E27FC236}">
                <a16:creationId xmlns:a16="http://schemas.microsoft.com/office/drawing/2014/main" id="{34363191-BDFE-464F-9957-59CAC51313E9}"/>
              </a:ext>
            </a:extLst>
          </p:cNvPr>
          <p:cNvSpPr>
            <a:spLocks xmlns:a="http://schemas.openxmlformats.org/drawingml/2006/main" noGrp="1"/>
          </p:cNvSpPr>
          <p:nvPr/>
        </p:nvSpPr>
        <p:spPr>
          <a:xfrm xmlns:a="http://schemas.openxmlformats.org/drawingml/2006/main">
            <a:off x="685800" y="2819400"/>
            <a:ext cx="10382250" cy="9525"/>
          </a:xfrm>
          <a:prstGeom xmlns:a="http://schemas.openxmlformats.org/drawingml/2006/main" prst="line">
            <a:avLst/>
          </a:prstGeom>
          <a:solidFill xmlns:a="http://schemas.openxmlformats.org/drawingml/2006/main">
            <a:srgbClr val="D7E1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A043189-0629-4BD6-9192-5073A1541F89}"/>
              </a:ext>
            </a:extLst>
          </p:cNvPr>
          <p:cNvSpPr>
            <a:spLocks xmlns:a="http://schemas.openxmlformats.org/drawingml/2006/main" noGrp="1"/>
          </p:cNvSpPr>
          <p:nvPr/>
        </p:nvSpPr>
        <p:spPr>
          <a:xfrm xmlns:a="http://schemas.openxmlformats.org/drawingml/2006/main">
            <a:off x="685800" y="32004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D59131"/>
                </a:solidFill>
                <a:latin typeface="Arial"/>
                <a:ea typeface="Arial"/>
                <a:cs typeface="Arial"/>
              </a:defRPr>
            </a:defPPr>
            <a:lvl1pPr algn="l">
              <a:defRPr sz="1725" b="1">
                <a:solidFill>
                  <a:srgbClr val="D59131"/>
                </a:solidFill>
                <a:latin typeface="Arial"/>
                <a:ea typeface="Arial"/>
                <a:cs typeface="Arial"/>
              </a:defRPr>
            </a:lvl1pPr>
            <a:lvl2pPr algn="l">
              <a:defRPr sz="1725" b="1">
                <a:solidFill>
                  <a:srgbClr val="D59131"/>
                </a:solidFill>
                <a:latin typeface="Arial"/>
                <a:ea typeface="Arial"/>
                <a:cs typeface="Arial"/>
              </a:defRPr>
            </a:lvl2pPr>
            <a:lvl3pPr algn="l">
              <a:defRPr sz="1725" b="1">
                <a:solidFill>
                  <a:srgbClr val="D59131"/>
                </a:solidFill>
                <a:latin typeface="Arial"/>
                <a:ea typeface="Arial"/>
                <a:cs typeface="Arial"/>
              </a:defRPr>
            </a:lvl3pPr>
            <a:lvl4pPr algn="l">
              <a:defRPr sz="1725" b="1">
                <a:solidFill>
                  <a:srgbClr val="D59131"/>
                </a:solidFill>
                <a:latin typeface="Arial"/>
                <a:ea typeface="Arial"/>
                <a:cs typeface="Arial"/>
              </a:defRPr>
            </a:lvl4pPr>
            <a:lvl5pPr algn="l">
              <a:defRPr sz="1725" b="1">
                <a:solidFill>
                  <a:srgbClr val="D59131"/>
                </a:solidFill>
                <a:latin typeface="Arial"/>
                <a:ea typeface="Arial"/>
                <a:cs typeface="Arial"/>
              </a:defRPr>
            </a:lvl5pPr>
            <a:lvl6pPr algn="l">
              <a:defRPr sz="1725" b="1">
                <a:solidFill>
                  <a:srgbClr val="D59131"/>
                </a:solidFill>
                <a:latin typeface="Arial"/>
                <a:ea typeface="Arial"/>
                <a:cs typeface="Arial"/>
              </a:defRPr>
            </a:lvl6pPr>
            <a:lvl7pPr algn="l">
              <a:defRPr sz="1725" b="1">
                <a:solidFill>
                  <a:srgbClr val="D59131"/>
                </a:solidFill>
                <a:latin typeface="Arial"/>
                <a:ea typeface="Arial"/>
                <a:cs typeface="Arial"/>
              </a:defRPr>
            </a:lvl7pPr>
            <a:lvl8pPr algn="l">
              <a:defRPr sz="1725" b="1">
                <a:solidFill>
                  <a:srgbClr val="D59131"/>
                </a:solidFill>
                <a:latin typeface="Arial"/>
                <a:ea typeface="Arial"/>
                <a:cs typeface="Arial"/>
              </a:defRPr>
            </a:lvl8pPr>
            <a:lvl9pPr algn="l">
              <a:defRPr sz="1725" b="1">
                <a:solidFill>
                  <a:srgbClr val="D59131"/>
                </a:solidFill>
                <a:latin typeface="Arial"/>
                <a:ea typeface="Arial"/>
                <a:cs typeface="Arial"/>
              </a:defRPr>
            </a:lvl9pPr>
          </a:lstStyle>
          <a:p xmlns:a="http://schemas.openxmlformats.org/drawingml/2006/main">
            <a:pPr algn="l">
              <a:lnSpc>
                <a:spcPct val="108000"/>
              </a:lnSpc>
              <a:buNone/>
              <a:defRPr sz="1725" b="1">
                <a:solidFill>
                  <a:srgbClr val="D59131"/>
                </a:solidFill>
                <a:latin typeface="Arial"/>
                <a:ea typeface="Arial"/>
                <a:cs typeface="Arial"/>
              </a:defRPr>
            </a:pPr>
            <a:r>
              <a:rPr sz="1725" b="1">
                <a:solidFill>
                  <a:srgbClr val="D59131"/>
                </a:solidFill>
                <a:latin typeface="Arial"/>
                <a:ea typeface="Arial"/>
                <a:cs typeface="Arial"/>
              </a:rPr>
              <a:t>Candidate negative</a:t>
            </a:r>
          </a:p>
        </p:txBody>
      </p:sp>
      <p:sp>
        <p:nvSpPr>
          <p:cNvPr id="11" name="">
            <a:extLst xmlns:a="http://schemas.openxmlformats.org/drawingml/2006/main">
              <a:ext uri="{FF2B5EF4-FFF2-40B4-BE49-F238E27FC236}">
                <a16:creationId xmlns:a16="http://schemas.microsoft.com/office/drawing/2014/main" id="{AEC992DE-9717-4033-A815-68E78C77D6BE}"/>
              </a:ext>
            </a:extLst>
          </p:cNvPr>
          <p:cNvSpPr>
            <a:spLocks xmlns:a="http://schemas.openxmlformats.org/drawingml/2006/main" noGrp="1"/>
          </p:cNvSpPr>
          <p:nvPr/>
        </p:nvSpPr>
        <p:spPr>
          <a:xfrm xmlns:a="http://schemas.openxmlformats.org/drawingml/2006/main">
            <a:off x="3238500" y="3200400"/>
            <a:ext cx="7858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8354B"/>
                </a:solidFill>
                <a:latin typeface="Arial"/>
                <a:ea typeface="Arial"/>
                <a:cs typeface="Arial"/>
              </a:defRPr>
            </a:defPPr>
            <a:lvl1pPr algn="l">
              <a:defRPr sz="1650" b="0">
                <a:solidFill>
                  <a:srgbClr val="18354B"/>
                </a:solidFill>
                <a:latin typeface="Arial"/>
                <a:ea typeface="Arial"/>
                <a:cs typeface="Arial"/>
              </a:defRPr>
            </a:lvl1pPr>
            <a:lvl2pPr algn="l">
              <a:defRPr sz="1650" b="0">
                <a:solidFill>
                  <a:srgbClr val="18354B"/>
                </a:solidFill>
                <a:latin typeface="Arial"/>
                <a:ea typeface="Arial"/>
                <a:cs typeface="Arial"/>
              </a:defRPr>
            </a:lvl2pPr>
            <a:lvl3pPr algn="l">
              <a:defRPr sz="1650" b="0">
                <a:solidFill>
                  <a:srgbClr val="18354B"/>
                </a:solidFill>
                <a:latin typeface="Arial"/>
                <a:ea typeface="Arial"/>
                <a:cs typeface="Arial"/>
              </a:defRPr>
            </a:lvl3pPr>
            <a:lvl4pPr algn="l">
              <a:defRPr sz="1650" b="0">
                <a:solidFill>
                  <a:srgbClr val="18354B"/>
                </a:solidFill>
                <a:latin typeface="Arial"/>
                <a:ea typeface="Arial"/>
                <a:cs typeface="Arial"/>
              </a:defRPr>
            </a:lvl4pPr>
            <a:lvl5pPr algn="l">
              <a:defRPr sz="1650" b="0">
                <a:solidFill>
                  <a:srgbClr val="18354B"/>
                </a:solidFill>
                <a:latin typeface="Arial"/>
                <a:ea typeface="Arial"/>
                <a:cs typeface="Arial"/>
              </a:defRPr>
            </a:lvl5pPr>
            <a:lvl6pPr algn="l">
              <a:defRPr sz="1650" b="0">
                <a:solidFill>
                  <a:srgbClr val="18354B"/>
                </a:solidFill>
                <a:latin typeface="Arial"/>
                <a:ea typeface="Arial"/>
                <a:cs typeface="Arial"/>
              </a:defRPr>
            </a:lvl6pPr>
            <a:lvl7pPr algn="l">
              <a:defRPr sz="1650" b="0">
                <a:solidFill>
                  <a:srgbClr val="18354B"/>
                </a:solidFill>
                <a:latin typeface="Arial"/>
                <a:ea typeface="Arial"/>
                <a:cs typeface="Arial"/>
              </a:defRPr>
            </a:lvl7pPr>
            <a:lvl8pPr algn="l">
              <a:defRPr sz="1650" b="0">
                <a:solidFill>
                  <a:srgbClr val="18354B"/>
                </a:solidFill>
                <a:latin typeface="Arial"/>
                <a:ea typeface="Arial"/>
                <a:cs typeface="Arial"/>
              </a:defRPr>
            </a:lvl8pPr>
            <a:lvl9pPr algn="l">
              <a:defRPr sz="1650" b="0">
                <a:solidFill>
                  <a:srgbClr val="18354B"/>
                </a:solidFill>
                <a:latin typeface="Arial"/>
                <a:ea typeface="Arial"/>
                <a:cs typeface="Arial"/>
              </a:defRPr>
            </a:lvl9pPr>
          </a:lstStyle>
          <a:p xmlns:a="http://schemas.openxmlformats.org/drawingml/2006/main">
            <a:pPr algn="l">
              <a:lnSpc>
                <a:spcPct val="108000"/>
              </a:lnSpc>
              <a:buNone/>
              <a:defRPr sz="1650" b="0">
                <a:solidFill>
                  <a:srgbClr val="18354B"/>
                </a:solidFill>
                <a:latin typeface="Arial"/>
                <a:ea typeface="Arial"/>
                <a:cs typeface="Arial"/>
              </a:defRPr>
            </a:pPr>
            <a:r>
              <a:rPr sz="1650" b="0">
                <a:solidFill>
                  <a:srgbClr val="18354B"/>
                </a:solidFill>
                <a:latin typeface="Arial"/>
                <a:ea typeface="Arial"/>
                <a:cs typeface="Arial"/>
              </a:rPr>
              <a:t>No supporting evidence found under a documented search. This is not a biological negative.</a:t>
            </a:r>
          </a:p>
        </p:txBody>
      </p:sp>
      <p:sp>
        <p:nvSpPr>
          <p:cNvPr id="12" name="">
            <a:extLst xmlns:a="http://schemas.openxmlformats.org/drawingml/2006/main">
              <a:ext uri="{FF2B5EF4-FFF2-40B4-BE49-F238E27FC236}">
                <a16:creationId xmlns:a16="http://schemas.microsoft.com/office/drawing/2014/main" id="{CCB35005-217C-4A2A-ACF1-BFD13763E4EE}"/>
              </a:ext>
            </a:extLst>
          </p:cNvPr>
          <p:cNvSpPr>
            <a:spLocks xmlns:a="http://schemas.openxmlformats.org/drawingml/2006/main" noGrp="1"/>
          </p:cNvSpPr>
          <p:nvPr/>
        </p:nvSpPr>
        <p:spPr>
          <a:xfrm xmlns:a="http://schemas.openxmlformats.org/drawingml/2006/main">
            <a:off x="685800" y="3886200"/>
            <a:ext cx="10382250" cy="9525"/>
          </a:xfrm>
          <a:prstGeom xmlns:a="http://schemas.openxmlformats.org/drawingml/2006/main" prst="line">
            <a:avLst/>
          </a:prstGeom>
          <a:solidFill xmlns:a="http://schemas.openxmlformats.org/drawingml/2006/main">
            <a:srgbClr val="D7E1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4D632D4-57E6-4ED2-8CCE-E804548DEAE3}"/>
              </a:ext>
            </a:extLst>
          </p:cNvPr>
          <p:cNvSpPr>
            <a:spLocks xmlns:a="http://schemas.openxmlformats.org/drawingml/2006/main" noGrp="1"/>
          </p:cNvSpPr>
          <p:nvPr/>
        </p:nvSpPr>
        <p:spPr>
          <a:xfrm xmlns:a="http://schemas.openxmlformats.org/drawingml/2006/main">
            <a:off x="685800" y="42672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B74842"/>
                </a:solidFill>
                <a:latin typeface="Arial"/>
                <a:ea typeface="Arial"/>
                <a:cs typeface="Arial"/>
              </a:defRPr>
            </a:defPPr>
            <a:lvl1pPr algn="l">
              <a:defRPr sz="1725" b="1">
                <a:solidFill>
                  <a:srgbClr val="B74842"/>
                </a:solidFill>
                <a:latin typeface="Arial"/>
                <a:ea typeface="Arial"/>
                <a:cs typeface="Arial"/>
              </a:defRPr>
            </a:lvl1pPr>
            <a:lvl2pPr algn="l">
              <a:defRPr sz="1725" b="1">
                <a:solidFill>
                  <a:srgbClr val="B74842"/>
                </a:solidFill>
                <a:latin typeface="Arial"/>
                <a:ea typeface="Arial"/>
                <a:cs typeface="Arial"/>
              </a:defRPr>
            </a:lvl2pPr>
            <a:lvl3pPr algn="l">
              <a:defRPr sz="1725" b="1">
                <a:solidFill>
                  <a:srgbClr val="B74842"/>
                </a:solidFill>
                <a:latin typeface="Arial"/>
                <a:ea typeface="Arial"/>
                <a:cs typeface="Arial"/>
              </a:defRPr>
            </a:lvl3pPr>
            <a:lvl4pPr algn="l">
              <a:defRPr sz="1725" b="1">
                <a:solidFill>
                  <a:srgbClr val="B74842"/>
                </a:solidFill>
                <a:latin typeface="Arial"/>
                <a:ea typeface="Arial"/>
                <a:cs typeface="Arial"/>
              </a:defRPr>
            </a:lvl4pPr>
            <a:lvl5pPr algn="l">
              <a:defRPr sz="1725" b="1">
                <a:solidFill>
                  <a:srgbClr val="B74842"/>
                </a:solidFill>
                <a:latin typeface="Arial"/>
                <a:ea typeface="Arial"/>
                <a:cs typeface="Arial"/>
              </a:defRPr>
            </a:lvl5pPr>
            <a:lvl6pPr algn="l">
              <a:defRPr sz="1725" b="1">
                <a:solidFill>
                  <a:srgbClr val="B74842"/>
                </a:solidFill>
                <a:latin typeface="Arial"/>
                <a:ea typeface="Arial"/>
                <a:cs typeface="Arial"/>
              </a:defRPr>
            </a:lvl6pPr>
            <a:lvl7pPr algn="l">
              <a:defRPr sz="1725" b="1">
                <a:solidFill>
                  <a:srgbClr val="B74842"/>
                </a:solidFill>
                <a:latin typeface="Arial"/>
                <a:ea typeface="Arial"/>
                <a:cs typeface="Arial"/>
              </a:defRPr>
            </a:lvl7pPr>
            <a:lvl8pPr algn="l">
              <a:defRPr sz="1725" b="1">
                <a:solidFill>
                  <a:srgbClr val="B74842"/>
                </a:solidFill>
                <a:latin typeface="Arial"/>
                <a:ea typeface="Arial"/>
                <a:cs typeface="Arial"/>
              </a:defRPr>
            </a:lvl8pPr>
            <a:lvl9pPr algn="l">
              <a:defRPr sz="1725" b="1">
                <a:solidFill>
                  <a:srgbClr val="B74842"/>
                </a:solidFill>
                <a:latin typeface="Arial"/>
                <a:ea typeface="Arial"/>
                <a:cs typeface="Arial"/>
              </a:defRPr>
            </a:lvl9pPr>
          </a:lstStyle>
          <a:p xmlns:a="http://schemas.openxmlformats.org/drawingml/2006/main">
            <a:pPr algn="l">
              <a:lnSpc>
                <a:spcPct val="108000"/>
              </a:lnSpc>
              <a:buNone/>
              <a:defRPr sz="1725" b="1">
                <a:solidFill>
                  <a:srgbClr val="B74842"/>
                </a:solidFill>
                <a:latin typeface="Arial"/>
                <a:ea typeface="Arial"/>
                <a:cs typeface="Arial"/>
              </a:defRPr>
            </a:pPr>
            <a:r>
              <a:rPr sz="1725" b="1">
                <a:solidFill>
                  <a:srgbClr val="B74842"/>
                </a:solidFill>
                <a:latin typeface="Arial"/>
                <a:ea typeface="Arial"/>
                <a:cs typeface="Arial"/>
              </a:rPr>
              <a:t>Unresolved</a:t>
            </a:r>
          </a:p>
        </p:txBody>
      </p:sp>
      <p:sp>
        <p:nvSpPr>
          <p:cNvPr id="14" name="">
            <a:extLst xmlns:a="http://schemas.openxmlformats.org/drawingml/2006/main">
              <a:ext uri="{FF2B5EF4-FFF2-40B4-BE49-F238E27FC236}">
                <a16:creationId xmlns:a16="http://schemas.microsoft.com/office/drawing/2014/main" id="{803C4147-E801-497B-AB5F-EC720261992E}"/>
              </a:ext>
            </a:extLst>
          </p:cNvPr>
          <p:cNvSpPr>
            <a:spLocks xmlns:a="http://schemas.openxmlformats.org/drawingml/2006/main" noGrp="1"/>
          </p:cNvSpPr>
          <p:nvPr/>
        </p:nvSpPr>
        <p:spPr>
          <a:xfrm xmlns:a="http://schemas.openxmlformats.org/drawingml/2006/main">
            <a:off x="3238500" y="4267200"/>
            <a:ext cx="7858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8354B"/>
                </a:solidFill>
                <a:latin typeface="Arial"/>
                <a:ea typeface="Arial"/>
                <a:cs typeface="Arial"/>
              </a:defRPr>
            </a:defPPr>
            <a:lvl1pPr algn="l">
              <a:defRPr sz="1650" b="0">
                <a:solidFill>
                  <a:srgbClr val="18354B"/>
                </a:solidFill>
                <a:latin typeface="Arial"/>
                <a:ea typeface="Arial"/>
                <a:cs typeface="Arial"/>
              </a:defRPr>
            </a:lvl1pPr>
            <a:lvl2pPr algn="l">
              <a:defRPr sz="1650" b="0">
                <a:solidFill>
                  <a:srgbClr val="18354B"/>
                </a:solidFill>
                <a:latin typeface="Arial"/>
                <a:ea typeface="Arial"/>
                <a:cs typeface="Arial"/>
              </a:defRPr>
            </a:lvl2pPr>
            <a:lvl3pPr algn="l">
              <a:defRPr sz="1650" b="0">
                <a:solidFill>
                  <a:srgbClr val="18354B"/>
                </a:solidFill>
                <a:latin typeface="Arial"/>
                <a:ea typeface="Arial"/>
                <a:cs typeface="Arial"/>
              </a:defRPr>
            </a:lvl3pPr>
            <a:lvl4pPr algn="l">
              <a:defRPr sz="1650" b="0">
                <a:solidFill>
                  <a:srgbClr val="18354B"/>
                </a:solidFill>
                <a:latin typeface="Arial"/>
                <a:ea typeface="Arial"/>
                <a:cs typeface="Arial"/>
              </a:defRPr>
            </a:lvl4pPr>
            <a:lvl5pPr algn="l">
              <a:defRPr sz="1650" b="0">
                <a:solidFill>
                  <a:srgbClr val="18354B"/>
                </a:solidFill>
                <a:latin typeface="Arial"/>
                <a:ea typeface="Arial"/>
                <a:cs typeface="Arial"/>
              </a:defRPr>
            </a:lvl5pPr>
            <a:lvl6pPr algn="l">
              <a:defRPr sz="1650" b="0">
                <a:solidFill>
                  <a:srgbClr val="18354B"/>
                </a:solidFill>
                <a:latin typeface="Arial"/>
                <a:ea typeface="Arial"/>
                <a:cs typeface="Arial"/>
              </a:defRPr>
            </a:lvl6pPr>
            <a:lvl7pPr algn="l">
              <a:defRPr sz="1650" b="0">
                <a:solidFill>
                  <a:srgbClr val="18354B"/>
                </a:solidFill>
                <a:latin typeface="Arial"/>
                <a:ea typeface="Arial"/>
                <a:cs typeface="Arial"/>
              </a:defRPr>
            </a:lvl7pPr>
            <a:lvl8pPr algn="l">
              <a:defRPr sz="1650" b="0">
                <a:solidFill>
                  <a:srgbClr val="18354B"/>
                </a:solidFill>
                <a:latin typeface="Arial"/>
                <a:ea typeface="Arial"/>
                <a:cs typeface="Arial"/>
              </a:defRPr>
            </a:lvl8pPr>
            <a:lvl9pPr algn="l">
              <a:defRPr sz="1650" b="0">
                <a:solidFill>
                  <a:srgbClr val="18354B"/>
                </a:solidFill>
                <a:latin typeface="Arial"/>
                <a:ea typeface="Arial"/>
                <a:cs typeface="Arial"/>
              </a:defRPr>
            </a:lvl9pPr>
          </a:lstStyle>
          <a:p xmlns:a="http://schemas.openxmlformats.org/drawingml/2006/main">
            <a:pPr algn="l">
              <a:lnSpc>
                <a:spcPct val="108000"/>
              </a:lnSpc>
              <a:buNone/>
              <a:defRPr sz="1650" b="0">
                <a:solidFill>
                  <a:srgbClr val="18354B"/>
                </a:solidFill>
                <a:latin typeface="Arial"/>
                <a:ea typeface="Arial"/>
                <a:cs typeface="Arial"/>
              </a:defRPr>
            </a:pPr>
            <a:r>
              <a:rPr sz="1650" b="0">
                <a:solidFill>
                  <a:srgbClr val="18354B"/>
                </a:solidFill>
                <a:latin typeface="Arial"/>
                <a:ea typeface="Arial"/>
                <a:cs typeface="Arial"/>
              </a:rPr>
              <a:t>Evidence or protein-specific interpretation is unclear. Keep it in the table; exclude from training.</a:t>
            </a:r>
          </a:p>
        </p:txBody>
      </p:sp>
      <p:sp>
        <p:nvSpPr>
          <p:cNvPr id="15" name="">
            <a:extLst xmlns:a="http://schemas.openxmlformats.org/drawingml/2006/main">
              <a:ext uri="{FF2B5EF4-FFF2-40B4-BE49-F238E27FC236}">
                <a16:creationId xmlns:a16="http://schemas.microsoft.com/office/drawing/2014/main" id="{10671A63-2C61-4FD8-A5BB-DF5B59EF6D35}"/>
              </a:ext>
            </a:extLst>
          </p:cNvPr>
          <p:cNvSpPr>
            <a:spLocks xmlns:a="http://schemas.openxmlformats.org/drawingml/2006/main" noGrp="1"/>
          </p:cNvSpPr>
          <p:nvPr/>
        </p:nvSpPr>
        <p:spPr>
          <a:xfrm xmlns:a="http://schemas.openxmlformats.org/drawingml/2006/main">
            <a:off x="685800" y="4953000"/>
            <a:ext cx="10382250" cy="9525"/>
          </a:xfrm>
          <a:prstGeom xmlns:a="http://schemas.openxmlformats.org/drawingml/2006/main" prst="line">
            <a:avLst/>
          </a:prstGeom>
          <a:solidFill xmlns:a="http://schemas.openxmlformats.org/drawingml/2006/main">
            <a:srgbClr val="D7E1E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B53C1EA-C231-4B57-83F1-8E5167750B6C}"/>
              </a:ext>
            </a:extLst>
          </p:cNvPr>
          <p:cNvSpPr>
            <a:spLocks xmlns:a="http://schemas.openxmlformats.org/drawingml/2006/main" noGrp="1"/>
          </p:cNvSpPr>
          <p:nvPr/>
        </p:nvSpPr>
        <p:spPr>
          <a:xfrm xmlns:a="http://schemas.openxmlformats.org/drawingml/2006/main">
            <a:off x="685800" y="561975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F7483"/>
                </a:solidFill>
                <a:latin typeface="Arial"/>
                <a:ea typeface="Arial"/>
                <a:cs typeface="Arial"/>
              </a:defRPr>
            </a:defPPr>
            <a:lvl1pPr algn="l">
              <a:defRPr sz="1350" b="0">
                <a:solidFill>
                  <a:srgbClr val="5F7483"/>
                </a:solidFill>
                <a:latin typeface="Arial"/>
                <a:ea typeface="Arial"/>
                <a:cs typeface="Arial"/>
              </a:defRPr>
            </a:lvl1pPr>
            <a:lvl2pPr algn="l">
              <a:defRPr sz="1350" b="0">
                <a:solidFill>
                  <a:srgbClr val="5F7483"/>
                </a:solidFill>
                <a:latin typeface="Arial"/>
                <a:ea typeface="Arial"/>
                <a:cs typeface="Arial"/>
              </a:defRPr>
            </a:lvl2pPr>
            <a:lvl3pPr algn="l">
              <a:defRPr sz="1350" b="0">
                <a:solidFill>
                  <a:srgbClr val="5F7483"/>
                </a:solidFill>
                <a:latin typeface="Arial"/>
                <a:ea typeface="Arial"/>
                <a:cs typeface="Arial"/>
              </a:defRPr>
            </a:lvl3pPr>
            <a:lvl4pPr algn="l">
              <a:defRPr sz="1350" b="0">
                <a:solidFill>
                  <a:srgbClr val="5F7483"/>
                </a:solidFill>
                <a:latin typeface="Arial"/>
                <a:ea typeface="Arial"/>
                <a:cs typeface="Arial"/>
              </a:defRPr>
            </a:lvl4pPr>
            <a:lvl5pPr algn="l">
              <a:defRPr sz="1350" b="0">
                <a:solidFill>
                  <a:srgbClr val="5F7483"/>
                </a:solidFill>
                <a:latin typeface="Arial"/>
                <a:ea typeface="Arial"/>
                <a:cs typeface="Arial"/>
              </a:defRPr>
            </a:lvl5pPr>
            <a:lvl6pPr algn="l">
              <a:defRPr sz="1350" b="0">
                <a:solidFill>
                  <a:srgbClr val="5F7483"/>
                </a:solidFill>
                <a:latin typeface="Arial"/>
                <a:ea typeface="Arial"/>
                <a:cs typeface="Arial"/>
              </a:defRPr>
            </a:lvl6pPr>
            <a:lvl7pPr algn="l">
              <a:defRPr sz="1350" b="0">
                <a:solidFill>
                  <a:srgbClr val="5F7483"/>
                </a:solidFill>
                <a:latin typeface="Arial"/>
                <a:ea typeface="Arial"/>
                <a:cs typeface="Arial"/>
              </a:defRPr>
            </a:lvl7pPr>
            <a:lvl8pPr algn="l">
              <a:defRPr sz="1350" b="0">
                <a:solidFill>
                  <a:srgbClr val="5F7483"/>
                </a:solidFill>
                <a:latin typeface="Arial"/>
                <a:ea typeface="Arial"/>
                <a:cs typeface="Arial"/>
              </a:defRPr>
            </a:lvl8pPr>
            <a:lvl9pPr algn="l">
              <a:defRPr sz="1350" b="0">
                <a:solidFill>
                  <a:srgbClr val="5F7483"/>
                </a:solidFill>
                <a:latin typeface="Arial"/>
                <a:ea typeface="Arial"/>
                <a:cs typeface="Arial"/>
              </a:defRPr>
            </a:lvl9pPr>
          </a:lstStyle>
          <a:p xmlns:a="http://schemas.openxmlformats.org/drawingml/2006/main">
            <a:pPr algn="l">
              <a:lnSpc>
                <a:spcPct val="108000"/>
              </a:lnSpc>
              <a:buNone/>
              <a:defRPr sz="1350" b="0">
                <a:solidFill>
                  <a:srgbClr val="5F7483"/>
                </a:solidFill>
                <a:latin typeface="Arial"/>
                <a:ea typeface="Arial"/>
                <a:cs typeface="Arial"/>
              </a:defRPr>
            </a:pPr>
            <a:r>
              <a:rPr sz="1350" b="0">
                <a:solidFill>
                  <a:srgbClr val="5F7483"/>
                </a:solidFill>
                <a:latin typeface="Arial"/>
                <a:ea typeface="Arial"/>
                <a:cs typeface="Arial"/>
              </a:rPr>
              <a:t>Every decision records the paper, DOI/PMID, population, evidence type, and rationale.</a:t>
            </a:r>
          </a:p>
        </p:txBody>
      </p:sp>
    </p:spTree>
    <p:extLst>
      <p:ext uri="{BB962C8B-B14F-4D97-AF65-F5344CB8AC3E}">
        <p14:creationId xmlns:p14="http://schemas.microsoft.com/office/powerpoint/2010/main" val="1154472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ACB0105-4FAC-4475-BD83-31E8924EA75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E7A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46AE279-0669-43F3-BA8E-A69F5B515C93}"/>
              </a:ext>
            </a:extLst>
          </p:cNvPr>
          <p:cNvSpPr>
            <a:spLocks xmlns:a="http://schemas.openxmlformats.org/drawingml/2006/main" noGrp="1"/>
          </p:cNvSpPr>
          <p:nvPr/>
        </p:nvSpPr>
        <p:spPr>
          <a:xfrm xmlns:a="http://schemas.openxmlformats.org/drawingml/2006/main">
            <a:off x="685800" y="4572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12304A"/>
                </a:solidFill>
                <a:latin typeface="Arial"/>
                <a:ea typeface="Arial"/>
                <a:cs typeface="Arial"/>
              </a:defRPr>
            </a:defPPr>
            <a:lvl1pPr algn="l">
              <a:defRPr sz="2700" b="1">
                <a:solidFill>
                  <a:srgbClr val="12304A"/>
                </a:solidFill>
                <a:latin typeface="Arial"/>
                <a:ea typeface="Arial"/>
                <a:cs typeface="Arial"/>
              </a:defRPr>
            </a:lvl1pPr>
            <a:lvl2pPr algn="l">
              <a:defRPr sz="2700" b="1">
                <a:solidFill>
                  <a:srgbClr val="12304A"/>
                </a:solidFill>
                <a:latin typeface="Arial"/>
                <a:ea typeface="Arial"/>
                <a:cs typeface="Arial"/>
              </a:defRPr>
            </a:lvl2pPr>
            <a:lvl3pPr algn="l">
              <a:defRPr sz="2700" b="1">
                <a:solidFill>
                  <a:srgbClr val="12304A"/>
                </a:solidFill>
                <a:latin typeface="Arial"/>
                <a:ea typeface="Arial"/>
                <a:cs typeface="Arial"/>
              </a:defRPr>
            </a:lvl3pPr>
            <a:lvl4pPr algn="l">
              <a:defRPr sz="2700" b="1">
                <a:solidFill>
                  <a:srgbClr val="12304A"/>
                </a:solidFill>
                <a:latin typeface="Arial"/>
                <a:ea typeface="Arial"/>
                <a:cs typeface="Arial"/>
              </a:defRPr>
            </a:lvl4pPr>
            <a:lvl5pPr algn="l">
              <a:defRPr sz="2700" b="1">
                <a:solidFill>
                  <a:srgbClr val="12304A"/>
                </a:solidFill>
                <a:latin typeface="Arial"/>
                <a:ea typeface="Arial"/>
                <a:cs typeface="Arial"/>
              </a:defRPr>
            </a:lvl5pPr>
            <a:lvl6pPr algn="l">
              <a:defRPr sz="2700" b="1">
                <a:solidFill>
                  <a:srgbClr val="12304A"/>
                </a:solidFill>
                <a:latin typeface="Arial"/>
                <a:ea typeface="Arial"/>
                <a:cs typeface="Arial"/>
              </a:defRPr>
            </a:lvl6pPr>
            <a:lvl7pPr algn="l">
              <a:defRPr sz="2700" b="1">
                <a:solidFill>
                  <a:srgbClr val="12304A"/>
                </a:solidFill>
                <a:latin typeface="Arial"/>
                <a:ea typeface="Arial"/>
                <a:cs typeface="Arial"/>
              </a:defRPr>
            </a:lvl7pPr>
            <a:lvl8pPr algn="l">
              <a:defRPr sz="2700" b="1">
                <a:solidFill>
                  <a:srgbClr val="12304A"/>
                </a:solidFill>
                <a:latin typeface="Arial"/>
                <a:ea typeface="Arial"/>
                <a:cs typeface="Arial"/>
              </a:defRPr>
            </a:lvl8pPr>
            <a:lvl9pPr algn="l">
              <a:defRPr sz="2700" b="1">
                <a:solidFill>
                  <a:srgbClr val="12304A"/>
                </a:solidFill>
                <a:latin typeface="Arial"/>
                <a:ea typeface="Arial"/>
                <a:cs typeface="Arial"/>
              </a:defRPr>
            </a:lvl9pPr>
          </a:lstStyle>
          <a:p xmlns:a="http://schemas.openxmlformats.org/drawingml/2006/main">
            <a:pPr algn="l">
              <a:lnSpc>
                <a:spcPct val="108000"/>
              </a:lnSpc>
              <a:buNone/>
              <a:defRPr sz="2700" b="1">
                <a:solidFill>
                  <a:srgbClr val="12304A"/>
                </a:solidFill>
                <a:latin typeface="Arial"/>
                <a:ea typeface="Arial"/>
                <a:cs typeface="Arial"/>
              </a:defRPr>
            </a:pPr>
            <a:r>
              <a:rPr sz="2700" b="1">
                <a:solidFill>
                  <a:srgbClr val="12304A"/>
                </a:solidFill>
                <a:latin typeface="Arial"/>
                <a:ea typeface="Arial"/>
                <a:cs typeface="Arial"/>
              </a:rPr>
              <a:t>Current dataset</a:t>
            </a:r>
          </a:p>
        </p:txBody>
      </p:sp>
      <p:sp>
        <p:nvSpPr>
          <p:cNvPr id="3" name="">
            <a:extLst xmlns:a="http://schemas.openxmlformats.org/drawingml/2006/main">
              <a:ext uri="{FF2B5EF4-FFF2-40B4-BE49-F238E27FC236}">
                <a16:creationId xmlns:a16="http://schemas.microsoft.com/office/drawing/2014/main" id="{0013D073-EA31-4EC9-A81B-95A834351D00}"/>
              </a:ext>
            </a:extLst>
          </p:cNvPr>
          <p:cNvSpPr>
            <a:spLocks xmlns:a="http://schemas.openxmlformats.org/drawingml/2006/main" noGrp="1"/>
          </p:cNvSpPr>
          <p:nvPr/>
        </p:nvSpPr>
        <p:spPr>
          <a:xfrm xmlns:a="http://schemas.openxmlformats.org/drawingml/2006/main">
            <a:off x="685800" y="6191250"/>
            <a:ext cx="10820400" cy="9525"/>
          </a:xfrm>
          <a:prstGeom xmlns:a="http://schemas.openxmlformats.org/drawingml/2006/main" prst="line">
            <a:avLst/>
          </a:prstGeom>
          <a:solidFill xmlns:a="http://schemas.openxmlformats.org/drawingml/2006/main">
            <a:srgbClr val="D7E1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4FADE1A-404D-484F-B777-7D2DE24D0C3D}"/>
              </a:ext>
            </a:extLst>
          </p:cNvPr>
          <p:cNvSpPr>
            <a:spLocks xmlns:a="http://schemas.openxmlformats.org/drawingml/2006/main" noGrp="1"/>
          </p:cNvSpPr>
          <p:nvPr/>
        </p:nvSpPr>
        <p:spPr>
          <a:xfrm xmlns:a="http://schemas.openxmlformats.org/drawingml/2006/main">
            <a:off x="685800" y="634365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F7483"/>
                </a:solidFill>
                <a:latin typeface="Arial"/>
                <a:ea typeface="Arial"/>
                <a:cs typeface="Arial"/>
              </a:defRPr>
            </a:defPPr>
            <a:lvl1pPr algn="l">
              <a:defRPr sz="975" b="0">
                <a:solidFill>
                  <a:srgbClr val="5F7483"/>
                </a:solidFill>
                <a:latin typeface="Arial"/>
                <a:ea typeface="Arial"/>
                <a:cs typeface="Arial"/>
              </a:defRPr>
            </a:lvl1pPr>
            <a:lvl2pPr algn="l">
              <a:defRPr sz="975" b="0">
                <a:solidFill>
                  <a:srgbClr val="5F7483"/>
                </a:solidFill>
                <a:latin typeface="Arial"/>
                <a:ea typeface="Arial"/>
                <a:cs typeface="Arial"/>
              </a:defRPr>
            </a:lvl2pPr>
            <a:lvl3pPr algn="l">
              <a:defRPr sz="975" b="0">
                <a:solidFill>
                  <a:srgbClr val="5F7483"/>
                </a:solidFill>
                <a:latin typeface="Arial"/>
                <a:ea typeface="Arial"/>
                <a:cs typeface="Arial"/>
              </a:defRPr>
            </a:lvl3pPr>
            <a:lvl4pPr algn="l">
              <a:defRPr sz="975" b="0">
                <a:solidFill>
                  <a:srgbClr val="5F7483"/>
                </a:solidFill>
                <a:latin typeface="Arial"/>
                <a:ea typeface="Arial"/>
                <a:cs typeface="Arial"/>
              </a:defRPr>
            </a:lvl4pPr>
            <a:lvl5pPr algn="l">
              <a:defRPr sz="975" b="0">
                <a:solidFill>
                  <a:srgbClr val="5F7483"/>
                </a:solidFill>
                <a:latin typeface="Arial"/>
                <a:ea typeface="Arial"/>
                <a:cs typeface="Arial"/>
              </a:defRPr>
            </a:lvl5pPr>
            <a:lvl6pPr algn="l">
              <a:defRPr sz="975" b="0">
                <a:solidFill>
                  <a:srgbClr val="5F7483"/>
                </a:solidFill>
                <a:latin typeface="Arial"/>
                <a:ea typeface="Arial"/>
                <a:cs typeface="Arial"/>
              </a:defRPr>
            </a:lvl6pPr>
            <a:lvl7pPr algn="l">
              <a:defRPr sz="975" b="0">
                <a:solidFill>
                  <a:srgbClr val="5F7483"/>
                </a:solidFill>
                <a:latin typeface="Arial"/>
                <a:ea typeface="Arial"/>
                <a:cs typeface="Arial"/>
              </a:defRPr>
            </a:lvl7pPr>
            <a:lvl8pPr algn="l">
              <a:defRPr sz="975" b="0">
                <a:solidFill>
                  <a:srgbClr val="5F7483"/>
                </a:solidFill>
                <a:latin typeface="Arial"/>
                <a:ea typeface="Arial"/>
                <a:cs typeface="Arial"/>
              </a:defRPr>
            </a:lvl8pPr>
            <a:lvl9pPr algn="l">
              <a:defRPr sz="975" b="0">
                <a:solidFill>
                  <a:srgbClr val="5F7483"/>
                </a:solidFill>
                <a:latin typeface="Arial"/>
                <a:ea typeface="Arial"/>
                <a:cs typeface="Arial"/>
              </a:defRPr>
            </a:lvl9pPr>
          </a:lstStyle>
          <a:p xmlns:a="http://schemas.openxmlformats.org/drawingml/2006/main">
            <a:pPr algn="l">
              <a:lnSpc>
                <a:spcPct val="108000"/>
              </a:lnSpc>
              <a:buNone/>
              <a:defRPr sz="975" b="0">
                <a:solidFill>
                  <a:srgbClr val="5F7483"/>
                </a:solidFill>
                <a:latin typeface="Arial"/>
                <a:ea typeface="Arial"/>
                <a:cs typeface="Arial"/>
              </a:defRPr>
            </a:pPr>
            <a:r>
              <a:rPr sz="975" b="0">
                <a:solidFill>
                  <a:srgbClr val="5F7483"/>
                </a:solidFill>
                <a:latin typeface="Arial"/>
                <a:ea typeface="Arial"/>
                <a:cs typeface="Arial"/>
              </a:rPr>
              <a:t>StrokeProt-AI | Research project update | 25 Oct 2026</a:t>
            </a:r>
          </a:p>
        </p:txBody>
      </p:sp>
      <p:sp>
        <p:nvSpPr>
          <p:cNvPr id="5" name="">
            <a:extLst xmlns:a="http://schemas.openxmlformats.org/drawingml/2006/main">
              <a:ext uri="{FF2B5EF4-FFF2-40B4-BE49-F238E27FC236}">
                <a16:creationId xmlns:a16="http://schemas.microsoft.com/office/drawing/2014/main" id="{F6FAA13D-DCA8-44B9-804E-7CCDEB6CB2DA}"/>
              </a:ext>
            </a:extLst>
          </p:cNvPr>
          <p:cNvSpPr>
            <a:spLocks xmlns:a="http://schemas.openxmlformats.org/drawingml/2006/main" noGrp="1"/>
          </p:cNvSpPr>
          <p:nvPr/>
        </p:nvSpPr>
        <p:spPr>
          <a:xfrm xmlns:a="http://schemas.openxmlformats.org/drawingml/2006/main">
            <a:off x="10953750" y="63150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5F7483"/>
                </a:solidFill>
                <a:latin typeface="Arial"/>
                <a:ea typeface="Arial"/>
                <a:cs typeface="Arial"/>
              </a:defRPr>
            </a:defPPr>
            <a:lvl1pPr algn="r">
              <a:defRPr sz="1050" b="1">
                <a:solidFill>
                  <a:srgbClr val="5F7483"/>
                </a:solidFill>
                <a:latin typeface="Arial"/>
                <a:ea typeface="Arial"/>
                <a:cs typeface="Arial"/>
              </a:defRPr>
            </a:lvl1pPr>
            <a:lvl2pPr algn="r">
              <a:defRPr sz="1050" b="1">
                <a:solidFill>
                  <a:srgbClr val="5F7483"/>
                </a:solidFill>
                <a:latin typeface="Arial"/>
                <a:ea typeface="Arial"/>
                <a:cs typeface="Arial"/>
              </a:defRPr>
            </a:lvl2pPr>
            <a:lvl3pPr algn="r">
              <a:defRPr sz="1050" b="1">
                <a:solidFill>
                  <a:srgbClr val="5F7483"/>
                </a:solidFill>
                <a:latin typeface="Arial"/>
                <a:ea typeface="Arial"/>
                <a:cs typeface="Arial"/>
              </a:defRPr>
            </a:lvl3pPr>
            <a:lvl4pPr algn="r">
              <a:defRPr sz="1050" b="1">
                <a:solidFill>
                  <a:srgbClr val="5F7483"/>
                </a:solidFill>
                <a:latin typeface="Arial"/>
                <a:ea typeface="Arial"/>
                <a:cs typeface="Arial"/>
              </a:defRPr>
            </a:lvl4pPr>
            <a:lvl5pPr algn="r">
              <a:defRPr sz="1050" b="1">
                <a:solidFill>
                  <a:srgbClr val="5F7483"/>
                </a:solidFill>
                <a:latin typeface="Arial"/>
                <a:ea typeface="Arial"/>
                <a:cs typeface="Arial"/>
              </a:defRPr>
            </a:lvl5pPr>
            <a:lvl6pPr algn="r">
              <a:defRPr sz="1050" b="1">
                <a:solidFill>
                  <a:srgbClr val="5F7483"/>
                </a:solidFill>
                <a:latin typeface="Arial"/>
                <a:ea typeface="Arial"/>
                <a:cs typeface="Arial"/>
              </a:defRPr>
            </a:lvl6pPr>
            <a:lvl7pPr algn="r">
              <a:defRPr sz="1050" b="1">
                <a:solidFill>
                  <a:srgbClr val="5F7483"/>
                </a:solidFill>
                <a:latin typeface="Arial"/>
                <a:ea typeface="Arial"/>
                <a:cs typeface="Arial"/>
              </a:defRPr>
            </a:lvl7pPr>
            <a:lvl8pPr algn="r">
              <a:defRPr sz="1050" b="1">
                <a:solidFill>
                  <a:srgbClr val="5F7483"/>
                </a:solidFill>
                <a:latin typeface="Arial"/>
                <a:ea typeface="Arial"/>
                <a:cs typeface="Arial"/>
              </a:defRPr>
            </a:lvl8pPr>
            <a:lvl9pPr algn="r">
              <a:defRPr sz="1050" b="1">
                <a:solidFill>
                  <a:srgbClr val="5F7483"/>
                </a:solidFill>
                <a:latin typeface="Arial"/>
                <a:ea typeface="Arial"/>
                <a:cs typeface="Arial"/>
              </a:defRPr>
            </a:lvl9pPr>
          </a:lstStyle>
          <a:p xmlns:a="http://schemas.openxmlformats.org/drawingml/2006/main">
            <a:pPr algn="r">
              <a:lnSpc>
                <a:spcPct val="108000"/>
              </a:lnSpc>
              <a:buNone/>
              <a:defRPr sz="1050" b="1">
                <a:solidFill>
                  <a:srgbClr val="5F7483"/>
                </a:solidFill>
                <a:latin typeface="Arial"/>
                <a:ea typeface="Arial"/>
                <a:cs typeface="Arial"/>
              </a:defRPr>
            </a:pPr>
            <a:r>
              <a:rPr sz="1050" b="1">
                <a:solidFill>
                  <a:srgbClr val="5F7483"/>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21F8D3E7-74F9-45F1-BEBC-1A2B54BBB761}"/>
              </a:ext>
            </a:extLst>
          </p:cNvPr>
          <p:cNvSpPr>
            <a:spLocks xmlns:a="http://schemas.openxmlformats.org/drawingml/2006/main" noGrp="1"/>
          </p:cNvSpPr>
          <p:nvPr/>
        </p:nvSpPr>
        <p:spPr>
          <a:xfrm xmlns:a="http://schemas.openxmlformats.org/drawingml/2006/main">
            <a:off x="685800" y="1390650"/>
            <a:ext cx="1714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00" b="1">
                <a:solidFill>
                  <a:srgbClr val="12304A"/>
                </a:solidFill>
                <a:latin typeface="Arial"/>
                <a:ea typeface="Arial"/>
                <a:cs typeface="Arial"/>
              </a:defRPr>
            </a:defPPr>
            <a:lvl1pPr algn="l">
              <a:defRPr sz="4500" b="1">
                <a:solidFill>
                  <a:srgbClr val="12304A"/>
                </a:solidFill>
                <a:latin typeface="Arial"/>
                <a:ea typeface="Arial"/>
                <a:cs typeface="Arial"/>
              </a:defRPr>
            </a:lvl1pPr>
            <a:lvl2pPr algn="l">
              <a:defRPr sz="4500" b="1">
                <a:solidFill>
                  <a:srgbClr val="12304A"/>
                </a:solidFill>
                <a:latin typeface="Arial"/>
                <a:ea typeface="Arial"/>
                <a:cs typeface="Arial"/>
              </a:defRPr>
            </a:lvl2pPr>
            <a:lvl3pPr algn="l">
              <a:defRPr sz="4500" b="1">
                <a:solidFill>
                  <a:srgbClr val="12304A"/>
                </a:solidFill>
                <a:latin typeface="Arial"/>
                <a:ea typeface="Arial"/>
                <a:cs typeface="Arial"/>
              </a:defRPr>
            </a:lvl3pPr>
            <a:lvl4pPr algn="l">
              <a:defRPr sz="4500" b="1">
                <a:solidFill>
                  <a:srgbClr val="12304A"/>
                </a:solidFill>
                <a:latin typeface="Arial"/>
                <a:ea typeface="Arial"/>
                <a:cs typeface="Arial"/>
              </a:defRPr>
            </a:lvl4pPr>
            <a:lvl5pPr algn="l">
              <a:defRPr sz="4500" b="1">
                <a:solidFill>
                  <a:srgbClr val="12304A"/>
                </a:solidFill>
                <a:latin typeface="Arial"/>
                <a:ea typeface="Arial"/>
                <a:cs typeface="Arial"/>
              </a:defRPr>
            </a:lvl5pPr>
            <a:lvl6pPr algn="l">
              <a:defRPr sz="4500" b="1">
                <a:solidFill>
                  <a:srgbClr val="12304A"/>
                </a:solidFill>
                <a:latin typeface="Arial"/>
                <a:ea typeface="Arial"/>
                <a:cs typeface="Arial"/>
              </a:defRPr>
            </a:lvl6pPr>
            <a:lvl7pPr algn="l">
              <a:defRPr sz="4500" b="1">
                <a:solidFill>
                  <a:srgbClr val="12304A"/>
                </a:solidFill>
                <a:latin typeface="Arial"/>
                <a:ea typeface="Arial"/>
                <a:cs typeface="Arial"/>
              </a:defRPr>
            </a:lvl7pPr>
            <a:lvl8pPr algn="l">
              <a:defRPr sz="4500" b="1">
                <a:solidFill>
                  <a:srgbClr val="12304A"/>
                </a:solidFill>
                <a:latin typeface="Arial"/>
                <a:ea typeface="Arial"/>
                <a:cs typeface="Arial"/>
              </a:defRPr>
            </a:lvl8pPr>
            <a:lvl9pPr algn="l">
              <a:defRPr sz="4500" b="1">
                <a:solidFill>
                  <a:srgbClr val="12304A"/>
                </a:solidFill>
                <a:latin typeface="Arial"/>
                <a:ea typeface="Arial"/>
                <a:cs typeface="Arial"/>
              </a:defRPr>
            </a:lvl9pPr>
          </a:lstStyle>
          <a:p xmlns:a="http://schemas.openxmlformats.org/drawingml/2006/main">
            <a:pPr algn="l">
              <a:lnSpc>
                <a:spcPct val="108000"/>
              </a:lnSpc>
              <a:buNone/>
              <a:defRPr sz="4500" b="1">
                <a:solidFill>
                  <a:srgbClr val="12304A"/>
                </a:solidFill>
                <a:latin typeface="Arial"/>
                <a:ea typeface="Arial"/>
                <a:cs typeface="Arial"/>
              </a:defRPr>
            </a:pPr>
            <a:r>
              <a:rPr sz="4500" b="1">
                <a:solidFill>
                  <a:srgbClr val="12304A"/>
                </a:solidFill>
                <a:latin typeface="Arial"/>
                <a:ea typeface="Arial"/>
                <a:cs typeface="Arial"/>
              </a:rPr>
              <a:t>50</a:t>
            </a:r>
          </a:p>
        </p:txBody>
      </p:sp>
      <p:sp>
        <p:nvSpPr>
          <p:cNvPr id="7" name="">
            <a:extLst xmlns:a="http://schemas.openxmlformats.org/drawingml/2006/main">
              <a:ext uri="{FF2B5EF4-FFF2-40B4-BE49-F238E27FC236}">
                <a16:creationId xmlns:a16="http://schemas.microsoft.com/office/drawing/2014/main" id="{FDC16809-1384-4885-89B2-10DAB345471B}"/>
              </a:ext>
            </a:extLst>
          </p:cNvPr>
          <p:cNvSpPr>
            <a:spLocks xmlns:a="http://schemas.openxmlformats.org/drawingml/2006/main" noGrp="1"/>
          </p:cNvSpPr>
          <p:nvPr/>
        </p:nvSpPr>
        <p:spPr>
          <a:xfrm xmlns:a="http://schemas.openxmlformats.org/drawingml/2006/main">
            <a:off x="685800" y="214312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F7483"/>
                </a:solidFill>
                <a:latin typeface="Arial"/>
                <a:ea typeface="Arial"/>
                <a:cs typeface="Arial"/>
              </a:defRPr>
            </a:defPPr>
            <a:lvl1pPr algn="l">
              <a:defRPr sz="1575" b="0">
                <a:solidFill>
                  <a:srgbClr val="5F7483"/>
                </a:solidFill>
                <a:latin typeface="Arial"/>
                <a:ea typeface="Arial"/>
                <a:cs typeface="Arial"/>
              </a:defRPr>
            </a:lvl1pPr>
            <a:lvl2pPr algn="l">
              <a:defRPr sz="1575" b="0">
                <a:solidFill>
                  <a:srgbClr val="5F7483"/>
                </a:solidFill>
                <a:latin typeface="Arial"/>
                <a:ea typeface="Arial"/>
                <a:cs typeface="Arial"/>
              </a:defRPr>
            </a:lvl2pPr>
            <a:lvl3pPr algn="l">
              <a:defRPr sz="1575" b="0">
                <a:solidFill>
                  <a:srgbClr val="5F7483"/>
                </a:solidFill>
                <a:latin typeface="Arial"/>
                <a:ea typeface="Arial"/>
                <a:cs typeface="Arial"/>
              </a:defRPr>
            </a:lvl3pPr>
            <a:lvl4pPr algn="l">
              <a:defRPr sz="1575" b="0">
                <a:solidFill>
                  <a:srgbClr val="5F7483"/>
                </a:solidFill>
                <a:latin typeface="Arial"/>
                <a:ea typeface="Arial"/>
                <a:cs typeface="Arial"/>
              </a:defRPr>
            </a:lvl4pPr>
            <a:lvl5pPr algn="l">
              <a:defRPr sz="1575" b="0">
                <a:solidFill>
                  <a:srgbClr val="5F7483"/>
                </a:solidFill>
                <a:latin typeface="Arial"/>
                <a:ea typeface="Arial"/>
                <a:cs typeface="Arial"/>
              </a:defRPr>
            </a:lvl5pPr>
            <a:lvl6pPr algn="l">
              <a:defRPr sz="1575" b="0">
                <a:solidFill>
                  <a:srgbClr val="5F7483"/>
                </a:solidFill>
                <a:latin typeface="Arial"/>
                <a:ea typeface="Arial"/>
                <a:cs typeface="Arial"/>
              </a:defRPr>
            </a:lvl6pPr>
            <a:lvl7pPr algn="l">
              <a:defRPr sz="1575" b="0">
                <a:solidFill>
                  <a:srgbClr val="5F7483"/>
                </a:solidFill>
                <a:latin typeface="Arial"/>
                <a:ea typeface="Arial"/>
                <a:cs typeface="Arial"/>
              </a:defRPr>
            </a:lvl7pPr>
            <a:lvl8pPr algn="l">
              <a:defRPr sz="1575" b="0">
                <a:solidFill>
                  <a:srgbClr val="5F7483"/>
                </a:solidFill>
                <a:latin typeface="Arial"/>
                <a:ea typeface="Arial"/>
                <a:cs typeface="Arial"/>
              </a:defRPr>
            </a:lvl8pPr>
            <a:lvl9pPr algn="l">
              <a:defRPr sz="1575" b="0">
                <a:solidFill>
                  <a:srgbClr val="5F7483"/>
                </a:solidFill>
                <a:latin typeface="Arial"/>
                <a:ea typeface="Arial"/>
                <a:cs typeface="Arial"/>
              </a:defRPr>
            </a:lvl9pPr>
          </a:lstStyle>
          <a:p xmlns:a="http://schemas.openxmlformats.org/drawingml/2006/main">
            <a:pPr algn="l">
              <a:lnSpc>
                <a:spcPct val="108000"/>
              </a:lnSpc>
              <a:buNone/>
              <a:defRPr sz="1575" b="0">
                <a:solidFill>
                  <a:srgbClr val="5F7483"/>
                </a:solidFill>
                <a:latin typeface="Arial"/>
                <a:ea typeface="Arial"/>
                <a:cs typeface="Arial"/>
              </a:defRPr>
            </a:pPr>
            <a:r>
              <a:rPr sz="1575" b="0">
                <a:solidFill>
                  <a:srgbClr val="5F7483"/>
                </a:solidFill>
                <a:latin typeface="Arial"/>
                <a:ea typeface="Arial"/>
                <a:cs typeface="Arial"/>
              </a:rPr>
              <a:t>reviewed candidates</a:t>
            </a:r>
          </a:p>
        </p:txBody>
      </p:sp>
      <p:sp>
        <p:nvSpPr>
          <p:cNvPr id="8" name="">
            <a:extLst xmlns:a="http://schemas.openxmlformats.org/drawingml/2006/main">
              <a:ext uri="{FF2B5EF4-FFF2-40B4-BE49-F238E27FC236}">
                <a16:creationId xmlns:a16="http://schemas.microsoft.com/office/drawing/2014/main" id="{76AB8A4A-5724-486D-8DBD-AF1567E3EFCB}"/>
              </a:ext>
            </a:extLst>
          </p:cNvPr>
          <p:cNvSpPr>
            <a:spLocks xmlns:a="http://schemas.openxmlformats.org/drawingml/2006/main" noGrp="1"/>
          </p:cNvSpPr>
          <p:nvPr/>
        </p:nvSpPr>
        <p:spPr>
          <a:xfrm xmlns:a="http://schemas.openxmlformats.org/drawingml/2006/main">
            <a:off x="4000500" y="1571625"/>
            <a:ext cx="161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427A5B"/>
                </a:solidFill>
                <a:latin typeface="Arial"/>
                <a:ea typeface="Arial"/>
                <a:cs typeface="Arial"/>
              </a:defRPr>
            </a:defPPr>
            <a:lvl1pPr algn="l">
              <a:defRPr sz="3900" b="1">
                <a:solidFill>
                  <a:srgbClr val="427A5B"/>
                </a:solidFill>
                <a:latin typeface="Arial"/>
                <a:ea typeface="Arial"/>
                <a:cs typeface="Arial"/>
              </a:defRPr>
            </a:lvl1pPr>
            <a:lvl2pPr algn="l">
              <a:defRPr sz="3900" b="1">
                <a:solidFill>
                  <a:srgbClr val="427A5B"/>
                </a:solidFill>
                <a:latin typeface="Arial"/>
                <a:ea typeface="Arial"/>
                <a:cs typeface="Arial"/>
              </a:defRPr>
            </a:lvl2pPr>
            <a:lvl3pPr algn="l">
              <a:defRPr sz="3900" b="1">
                <a:solidFill>
                  <a:srgbClr val="427A5B"/>
                </a:solidFill>
                <a:latin typeface="Arial"/>
                <a:ea typeface="Arial"/>
                <a:cs typeface="Arial"/>
              </a:defRPr>
            </a:lvl3pPr>
            <a:lvl4pPr algn="l">
              <a:defRPr sz="3900" b="1">
                <a:solidFill>
                  <a:srgbClr val="427A5B"/>
                </a:solidFill>
                <a:latin typeface="Arial"/>
                <a:ea typeface="Arial"/>
                <a:cs typeface="Arial"/>
              </a:defRPr>
            </a:lvl4pPr>
            <a:lvl5pPr algn="l">
              <a:defRPr sz="3900" b="1">
                <a:solidFill>
                  <a:srgbClr val="427A5B"/>
                </a:solidFill>
                <a:latin typeface="Arial"/>
                <a:ea typeface="Arial"/>
                <a:cs typeface="Arial"/>
              </a:defRPr>
            </a:lvl5pPr>
            <a:lvl6pPr algn="l">
              <a:defRPr sz="3900" b="1">
                <a:solidFill>
                  <a:srgbClr val="427A5B"/>
                </a:solidFill>
                <a:latin typeface="Arial"/>
                <a:ea typeface="Arial"/>
                <a:cs typeface="Arial"/>
              </a:defRPr>
            </a:lvl6pPr>
            <a:lvl7pPr algn="l">
              <a:defRPr sz="3900" b="1">
                <a:solidFill>
                  <a:srgbClr val="427A5B"/>
                </a:solidFill>
                <a:latin typeface="Arial"/>
                <a:ea typeface="Arial"/>
                <a:cs typeface="Arial"/>
              </a:defRPr>
            </a:lvl7pPr>
            <a:lvl8pPr algn="l">
              <a:defRPr sz="3900" b="1">
                <a:solidFill>
                  <a:srgbClr val="427A5B"/>
                </a:solidFill>
                <a:latin typeface="Arial"/>
                <a:ea typeface="Arial"/>
                <a:cs typeface="Arial"/>
              </a:defRPr>
            </a:lvl8pPr>
            <a:lvl9pPr algn="l">
              <a:defRPr sz="3900" b="1">
                <a:solidFill>
                  <a:srgbClr val="427A5B"/>
                </a:solidFill>
                <a:latin typeface="Arial"/>
                <a:ea typeface="Arial"/>
                <a:cs typeface="Arial"/>
              </a:defRPr>
            </a:lvl9pPr>
          </a:lstStyle>
          <a:p xmlns:a="http://schemas.openxmlformats.org/drawingml/2006/main">
            <a:pPr algn="l">
              <a:lnSpc>
                <a:spcPct val="108000"/>
              </a:lnSpc>
              <a:buNone/>
              <a:defRPr sz="3900" b="1">
                <a:solidFill>
                  <a:srgbClr val="427A5B"/>
                </a:solidFill>
                <a:latin typeface="Arial"/>
                <a:ea typeface="Arial"/>
                <a:cs typeface="Arial"/>
              </a:defRPr>
            </a:pPr>
            <a:r>
              <a:rPr sz="3900" b="1">
                <a:solidFill>
                  <a:srgbClr val="427A5B"/>
                </a:solidFill>
                <a:latin typeface="Arial"/>
                <a:ea typeface="Arial"/>
                <a:cs typeface="Arial"/>
              </a:rPr>
              <a:t>48</a:t>
            </a:r>
          </a:p>
        </p:txBody>
      </p:sp>
      <p:sp>
        <p:nvSpPr>
          <p:cNvPr id="9" name="">
            <a:extLst xmlns:a="http://schemas.openxmlformats.org/drawingml/2006/main">
              <a:ext uri="{FF2B5EF4-FFF2-40B4-BE49-F238E27FC236}">
                <a16:creationId xmlns:a16="http://schemas.microsoft.com/office/drawing/2014/main" id="{63FFFA0E-F300-439D-BF60-7B83D8F85085}"/>
              </a:ext>
            </a:extLst>
          </p:cNvPr>
          <p:cNvSpPr>
            <a:spLocks xmlns:a="http://schemas.openxmlformats.org/drawingml/2006/main" noGrp="1"/>
          </p:cNvSpPr>
          <p:nvPr/>
        </p:nvSpPr>
        <p:spPr>
          <a:xfrm xmlns:a="http://schemas.openxmlformats.org/drawingml/2006/main">
            <a:off x="4000500" y="2238375"/>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354B"/>
                </a:solidFill>
                <a:latin typeface="Arial"/>
                <a:ea typeface="Arial"/>
                <a:cs typeface="Arial"/>
              </a:defRPr>
            </a:defPPr>
            <a:lvl1pPr algn="l">
              <a:defRPr sz="1500" b="0">
                <a:solidFill>
                  <a:srgbClr val="18354B"/>
                </a:solidFill>
                <a:latin typeface="Arial"/>
                <a:ea typeface="Arial"/>
                <a:cs typeface="Arial"/>
              </a:defRPr>
            </a:lvl1pPr>
            <a:lvl2pPr algn="l">
              <a:defRPr sz="1500" b="0">
                <a:solidFill>
                  <a:srgbClr val="18354B"/>
                </a:solidFill>
                <a:latin typeface="Arial"/>
                <a:ea typeface="Arial"/>
                <a:cs typeface="Arial"/>
              </a:defRPr>
            </a:lvl2pPr>
            <a:lvl3pPr algn="l">
              <a:defRPr sz="1500" b="0">
                <a:solidFill>
                  <a:srgbClr val="18354B"/>
                </a:solidFill>
                <a:latin typeface="Arial"/>
                <a:ea typeface="Arial"/>
                <a:cs typeface="Arial"/>
              </a:defRPr>
            </a:lvl3pPr>
            <a:lvl4pPr algn="l">
              <a:defRPr sz="1500" b="0">
                <a:solidFill>
                  <a:srgbClr val="18354B"/>
                </a:solidFill>
                <a:latin typeface="Arial"/>
                <a:ea typeface="Arial"/>
                <a:cs typeface="Arial"/>
              </a:defRPr>
            </a:lvl4pPr>
            <a:lvl5pPr algn="l">
              <a:defRPr sz="1500" b="0">
                <a:solidFill>
                  <a:srgbClr val="18354B"/>
                </a:solidFill>
                <a:latin typeface="Arial"/>
                <a:ea typeface="Arial"/>
                <a:cs typeface="Arial"/>
              </a:defRPr>
            </a:lvl5pPr>
            <a:lvl6pPr algn="l">
              <a:defRPr sz="1500" b="0">
                <a:solidFill>
                  <a:srgbClr val="18354B"/>
                </a:solidFill>
                <a:latin typeface="Arial"/>
                <a:ea typeface="Arial"/>
                <a:cs typeface="Arial"/>
              </a:defRPr>
            </a:lvl6pPr>
            <a:lvl7pPr algn="l">
              <a:defRPr sz="1500" b="0">
                <a:solidFill>
                  <a:srgbClr val="18354B"/>
                </a:solidFill>
                <a:latin typeface="Arial"/>
                <a:ea typeface="Arial"/>
                <a:cs typeface="Arial"/>
              </a:defRPr>
            </a:lvl7pPr>
            <a:lvl8pPr algn="l">
              <a:defRPr sz="1500" b="0">
                <a:solidFill>
                  <a:srgbClr val="18354B"/>
                </a:solidFill>
                <a:latin typeface="Arial"/>
                <a:ea typeface="Arial"/>
                <a:cs typeface="Arial"/>
              </a:defRPr>
            </a:lvl8pPr>
            <a:lvl9pPr algn="l">
              <a:defRPr sz="1500" b="0">
                <a:solidFill>
                  <a:srgbClr val="18354B"/>
                </a:solidFill>
                <a:latin typeface="Arial"/>
                <a:ea typeface="Arial"/>
                <a:cs typeface="Arial"/>
              </a:defRPr>
            </a:lvl9pPr>
          </a:lstStyle>
          <a:p xmlns:a="http://schemas.openxmlformats.org/drawingml/2006/main">
            <a:pPr algn="l">
              <a:lnSpc>
                <a:spcPct val="108000"/>
              </a:lnSpc>
              <a:buNone/>
              <a:defRPr sz="1500" b="0">
                <a:solidFill>
                  <a:srgbClr val="18354B"/>
                </a:solidFill>
                <a:latin typeface="Arial"/>
                <a:ea typeface="Arial"/>
                <a:cs typeface="Arial"/>
              </a:defRPr>
            </a:pPr>
            <a:r>
              <a:rPr sz="1500" b="0">
                <a:solidFill>
                  <a:srgbClr val="18354B"/>
                </a:solidFill>
                <a:latin typeface="Arial"/>
                <a:ea typeface="Arial"/>
                <a:cs typeface="Arial"/>
              </a:rPr>
              <a:t>positive</a:t>
            </a:r>
          </a:p>
        </p:txBody>
      </p:sp>
      <p:sp>
        <p:nvSpPr>
          <p:cNvPr id="10" name="">
            <a:extLst xmlns:a="http://schemas.openxmlformats.org/drawingml/2006/main">
              <a:ext uri="{FF2B5EF4-FFF2-40B4-BE49-F238E27FC236}">
                <a16:creationId xmlns:a16="http://schemas.microsoft.com/office/drawing/2014/main" id="{355A71E7-CA9D-446B-80FE-D80692A89641}"/>
              </a:ext>
            </a:extLst>
          </p:cNvPr>
          <p:cNvSpPr>
            <a:spLocks xmlns:a="http://schemas.openxmlformats.org/drawingml/2006/main" noGrp="1"/>
          </p:cNvSpPr>
          <p:nvPr/>
        </p:nvSpPr>
        <p:spPr>
          <a:xfrm xmlns:a="http://schemas.openxmlformats.org/drawingml/2006/main">
            <a:off x="6572250" y="1571625"/>
            <a:ext cx="161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D59131"/>
                </a:solidFill>
                <a:latin typeface="Arial"/>
                <a:ea typeface="Arial"/>
                <a:cs typeface="Arial"/>
              </a:defRPr>
            </a:defPPr>
            <a:lvl1pPr algn="l">
              <a:defRPr sz="3900" b="1">
                <a:solidFill>
                  <a:srgbClr val="D59131"/>
                </a:solidFill>
                <a:latin typeface="Arial"/>
                <a:ea typeface="Arial"/>
                <a:cs typeface="Arial"/>
              </a:defRPr>
            </a:lvl1pPr>
            <a:lvl2pPr algn="l">
              <a:defRPr sz="3900" b="1">
                <a:solidFill>
                  <a:srgbClr val="D59131"/>
                </a:solidFill>
                <a:latin typeface="Arial"/>
                <a:ea typeface="Arial"/>
                <a:cs typeface="Arial"/>
              </a:defRPr>
            </a:lvl2pPr>
            <a:lvl3pPr algn="l">
              <a:defRPr sz="3900" b="1">
                <a:solidFill>
                  <a:srgbClr val="D59131"/>
                </a:solidFill>
                <a:latin typeface="Arial"/>
                <a:ea typeface="Arial"/>
                <a:cs typeface="Arial"/>
              </a:defRPr>
            </a:lvl3pPr>
            <a:lvl4pPr algn="l">
              <a:defRPr sz="3900" b="1">
                <a:solidFill>
                  <a:srgbClr val="D59131"/>
                </a:solidFill>
                <a:latin typeface="Arial"/>
                <a:ea typeface="Arial"/>
                <a:cs typeface="Arial"/>
              </a:defRPr>
            </a:lvl4pPr>
            <a:lvl5pPr algn="l">
              <a:defRPr sz="3900" b="1">
                <a:solidFill>
                  <a:srgbClr val="D59131"/>
                </a:solidFill>
                <a:latin typeface="Arial"/>
                <a:ea typeface="Arial"/>
                <a:cs typeface="Arial"/>
              </a:defRPr>
            </a:lvl5pPr>
            <a:lvl6pPr algn="l">
              <a:defRPr sz="3900" b="1">
                <a:solidFill>
                  <a:srgbClr val="D59131"/>
                </a:solidFill>
                <a:latin typeface="Arial"/>
                <a:ea typeface="Arial"/>
                <a:cs typeface="Arial"/>
              </a:defRPr>
            </a:lvl6pPr>
            <a:lvl7pPr algn="l">
              <a:defRPr sz="3900" b="1">
                <a:solidFill>
                  <a:srgbClr val="D59131"/>
                </a:solidFill>
                <a:latin typeface="Arial"/>
                <a:ea typeface="Arial"/>
                <a:cs typeface="Arial"/>
              </a:defRPr>
            </a:lvl7pPr>
            <a:lvl8pPr algn="l">
              <a:defRPr sz="3900" b="1">
                <a:solidFill>
                  <a:srgbClr val="D59131"/>
                </a:solidFill>
                <a:latin typeface="Arial"/>
                <a:ea typeface="Arial"/>
                <a:cs typeface="Arial"/>
              </a:defRPr>
            </a:lvl8pPr>
            <a:lvl9pPr algn="l">
              <a:defRPr sz="3900" b="1">
                <a:solidFill>
                  <a:srgbClr val="D59131"/>
                </a:solidFill>
                <a:latin typeface="Arial"/>
                <a:ea typeface="Arial"/>
                <a:cs typeface="Arial"/>
              </a:defRPr>
            </a:lvl9pPr>
          </a:lstStyle>
          <a:p xmlns:a="http://schemas.openxmlformats.org/drawingml/2006/main">
            <a:pPr algn="l">
              <a:lnSpc>
                <a:spcPct val="108000"/>
              </a:lnSpc>
              <a:buNone/>
              <a:defRPr sz="3900" b="1">
                <a:solidFill>
                  <a:srgbClr val="D59131"/>
                </a:solidFill>
                <a:latin typeface="Arial"/>
                <a:ea typeface="Arial"/>
                <a:cs typeface="Arial"/>
              </a:defRPr>
            </a:pPr>
            <a:r>
              <a:rPr sz="3900" b="1">
                <a:solidFill>
                  <a:srgbClr val="D59131"/>
                </a:solidFill>
                <a:latin typeface="Arial"/>
                <a:ea typeface="Arial"/>
                <a:cs typeface="Arial"/>
              </a:rPr>
              <a:t>0</a:t>
            </a:r>
          </a:p>
        </p:txBody>
      </p:sp>
      <p:sp>
        <p:nvSpPr>
          <p:cNvPr id="11" name="">
            <a:extLst xmlns:a="http://schemas.openxmlformats.org/drawingml/2006/main">
              <a:ext uri="{FF2B5EF4-FFF2-40B4-BE49-F238E27FC236}">
                <a16:creationId xmlns:a16="http://schemas.microsoft.com/office/drawing/2014/main" id="{EFC9D2E7-A3F2-4DD0-B7E0-7F0D92C6CCB0}"/>
              </a:ext>
            </a:extLst>
          </p:cNvPr>
          <p:cNvSpPr>
            <a:spLocks xmlns:a="http://schemas.openxmlformats.org/drawingml/2006/main" noGrp="1"/>
          </p:cNvSpPr>
          <p:nvPr/>
        </p:nvSpPr>
        <p:spPr>
          <a:xfrm xmlns:a="http://schemas.openxmlformats.org/drawingml/2006/main">
            <a:off x="6572250" y="2238375"/>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354B"/>
                </a:solidFill>
                <a:latin typeface="Arial"/>
                <a:ea typeface="Arial"/>
                <a:cs typeface="Arial"/>
              </a:defRPr>
            </a:defPPr>
            <a:lvl1pPr algn="l">
              <a:defRPr sz="1500" b="0">
                <a:solidFill>
                  <a:srgbClr val="18354B"/>
                </a:solidFill>
                <a:latin typeface="Arial"/>
                <a:ea typeface="Arial"/>
                <a:cs typeface="Arial"/>
              </a:defRPr>
            </a:lvl1pPr>
            <a:lvl2pPr algn="l">
              <a:defRPr sz="1500" b="0">
                <a:solidFill>
                  <a:srgbClr val="18354B"/>
                </a:solidFill>
                <a:latin typeface="Arial"/>
                <a:ea typeface="Arial"/>
                <a:cs typeface="Arial"/>
              </a:defRPr>
            </a:lvl2pPr>
            <a:lvl3pPr algn="l">
              <a:defRPr sz="1500" b="0">
                <a:solidFill>
                  <a:srgbClr val="18354B"/>
                </a:solidFill>
                <a:latin typeface="Arial"/>
                <a:ea typeface="Arial"/>
                <a:cs typeface="Arial"/>
              </a:defRPr>
            </a:lvl3pPr>
            <a:lvl4pPr algn="l">
              <a:defRPr sz="1500" b="0">
                <a:solidFill>
                  <a:srgbClr val="18354B"/>
                </a:solidFill>
                <a:latin typeface="Arial"/>
                <a:ea typeface="Arial"/>
                <a:cs typeface="Arial"/>
              </a:defRPr>
            </a:lvl4pPr>
            <a:lvl5pPr algn="l">
              <a:defRPr sz="1500" b="0">
                <a:solidFill>
                  <a:srgbClr val="18354B"/>
                </a:solidFill>
                <a:latin typeface="Arial"/>
                <a:ea typeface="Arial"/>
                <a:cs typeface="Arial"/>
              </a:defRPr>
            </a:lvl5pPr>
            <a:lvl6pPr algn="l">
              <a:defRPr sz="1500" b="0">
                <a:solidFill>
                  <a:srgbClr val="18354B"/>
                </a:solidFill>
                <a:latin typeface="Arial"/>
                <a:ea typeface="Arial"/>
                <a:cs typeface="Arial"/>
              </a:defRPr>
            </a:lvl6pPr>
            <a:lvl7pPr algn="l">
              <a:defRPr sz="1500" b="0">
                <a:solidFill>
                  <a:srgbClr val="18354B"/>
                </a:solidFill>
                <a:latin typeface="Arial"/>
                <a:ea typeface="Arial"/>
                <a:cs typeface="Arial"/>
              </a:defRPr>
            </a:lvl7pPr>
            <a:lvl8pPr algn="l">
              <a:defRPr sz="1500" b="0">
                <a:solidFill>
                  <a:srgbClr val="18354B"/>
                </a:solidFill>
                <a:latin typeface="Arial"/>
                <a:ea typeface="Arial"/>
                <a:cs typeface="Arial"/>
              </a:defRPr>
            </a:lvl8pPr>
            <a:lvl9pPr algn="l">
              <a:defRPr sz="1500" b="0">
                <a:solidFill>
                  <a:srgbClr val="18354B"/>
                </a:solidFill>
                <a:latin typeface="Arial"/>
                <a:ea typeface="Arial"/>
                <a:cs typeface="Arial"/>
              </a:defRPr>
            </a:lvl9pPr>
          </a:lstStyle>
          <a:p xmlns:a="http://schemas.openxmlformats.org/drawingml/2006/main">
            <a:pPr algn="l">
              <a:lnSpc>
                <a:spcPct val="108000"/>
              </a:lnSpc>
              <a:buNone/>
              <a:defRPr sz="1500" b="0">
                <a:solidFill>
                  <a:srgbClr val="18354B"/>
                </a:solidFill>
                <a:latin typeface="Arial"/>
                <a:ea typeface="Arial"/>
                <a:cs typeface="Arial"/>
              </a:defRPr>
            </a:pPr>
            <a:r>
              <a:rPr sz="1500" b="0">
                <a:solidFill>
                  <a:srgbClr val="18354B"/>
                </a:solidFill>
                <a:latin typeface="Arial"/>
                <a:ea typeface="Arial"/>
                <a:cs typeface="Arial"/>
              </a:rPr>
              <a:t>candidate negative</a:t>
            </a:r>
          </a:p>
        </p:txBody>
      </p:sp>
      <p:sp>
        <p:nvSpPr>
          <p:cNvPr id="12" name="">
            <a:extLst xmlns:a="http://schemas.openxmlformats.org/drawingml/2006/main">
              <a:ext uri="{FF2B5EF4-FFF2-40B4-BE49-F238E27FC236}">
                <a16:creationId xmlns:a16="http://schemas.microsoft.com/office/drawing/2014/main" id="{A9F9E22B-09B0-4697-A8E1-FE05E1A67E51}"/>
              </a:ext>
            </a:extLst>
          </p:cNvPr>
          <p:cNvSpPr>
            <a:spLocks xmlns:a="http://schemas.openxmlformats.org/drawingml/2006/main" noGrp="1"/>
          </p:cNvSpPr>
          <p:nvPr/>
        </p:nvSpPr>
        <p:spPr>
          <a:xfrm xmlns:a="http://schemas.openxmlformats.org/drawingml/2006/main">
            <a:off x="9144000" y="1571625"/>
            <a:ext cx="161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B74842"/>
                </a:solidFill>
                <a:latin typeface="Arial"/>
                <a:ea typeface="Arial"/>
                <a:cs typeface="Arial"/>
              </a:defRPr>
            </a:defPPr>
            <a:lvl1pPr algn="l">
              <a:defRPr sz="3900" b="1">
                <a:solidFill>
                  <a:srgbClr val="B74842"/>
                </a:solidFill>
                <a:latin typeface="Arial"/>
                <a:ea typeface="Arial"/>
                <a:cs typeface="Arial"/>
              </a:defRPr>
            </a:lvl1pPr>
            <a:lvl2pPr algn="l">
              <a:defRPr sz="3900" b="1">
                <a:solidFill>
                  <a:srgbClr val="B74842"/>
                </a:solidFill>
                <a:latin typeface="Arial"/>
                <a:ea typeface="Arial"/>
                <a:cs typeface="Arial"/>
              </a:defRPr>
            </a:lvl2pPr>
            <a:lvl3pPr algn="l">
              <a:defRPr sz="3900" b="1">
                <a:solidFill>
                  <a:srgbClr val="B74842"/>
                </a:solidFill>
                <a:latin typeface="Arial"/>
                <a:ea typeface="Arial"/>
                <a:cs typeface="Arial"/>
              </a:defRPr>
            </a:lvl3pPr>
            <a:lvl4pPr algn="l">
              <a:defRPr sz="3900" b="1">
                <a:solidFill>
                  <a:srgbClr val="B74842"/>
                </a:solidFill>
                <a:latin typeface="Arial"/>
                <a:ea typeface="Arial"/>
                <a:cs typeface="Arial"/>
              </a:defRPr>
            </a:lvl4pPr>
            <a:lvl5pPr algn="l">
              <a:defRPr sz="3900" b="1">
                <a:solidFill>
                  <a:srgbClr val="B74842"/>
                </a:solidFill>
                <a:latin typeface="Arial"/>
                <a:ea typeface="Arial"/>
                <a:cs typeface="Arial"/>
              </a:defRPr>
            </a:lvl5pPr>
            <a:lvl6pPr algn="l">
              <a:defRPr sz="3900" b="1">
                <a:solidFill>
                  <a:srgbClr val="B74842"/>
                </a:solidFill>
                <a:latin typeface="Arial"/>
                <a:ea typeface="Arial"/>
                <a:cs typeface="Arial"/>
              </a:defRPr>
            </a:lvl6pPr>
            <a:lvl7pPr algn="l">
              <a:defRPr sz="3900" b="1">
                <a:solidFill>
                  <a:srgbClr val="B74842"/>
                </a:solidFill>
                <a:latin typeface="Arial"/>
                <a:ea typeface="Arial"/>
                <a:cs typeface="Arial"/>
              </a:defRPr>
            </a:lvl7pPr>
            <a:lvl8pPr algn="l">
              <a:defRPr sz="3900" b="1">
                <a:solidFill>
                  <a:srgbClr val="B74842"/>
                </a:solidFill>
                <a:latin typeface="Arial"/>
                <a:ea typeface="Arial"/>
                <a:cs typeface="Arial"/>
              </a:defRPr>
            </a:lvl8pPr>
            <a:lvl9pPr algn="l">
              <a:defRPr sz="3900" b="1">
                <a:solidFill>
                  <a:srgbClr val="B74842"/>
                </a:solidFill>
                <a:latin typeface="Arial"/>
                <a:ea typeface="Arial"/>
                <a:cs typeface="Arial"/>
              </a:defRPr>
            </a:lvl9pPr>
          </a:lstStyle>
          <a:p xmlns:a="http://schemas.openxmlformats.org/drawingml/2006/main">
            <a:pPr algn="l">
              <a:lnSpc>
                <a:spcPct val="108000"/>
              </a:lnSpc>
              <a:buNone/>
              <a:defRPr sz="3900" b="1">
                <a:solidFill>
                  <a:srgbClr val="B74842"/>
                </a:solidFill>
                <a:latin typeface="Arial"/>
                <a:ea typeface="Arial"/>
                <a:cs typeface="Arial"/>
              </a:defRPr>
            </a:pPr>
            <a:r>
              <a:rPr sz="3900" b="1">
                <a:solidFill>
                  <a:srgbClr val="B74842"/>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2781A8B5-F86E-4624-833D-8567A92E3FF7}"/>
              </a:ext>
            </a:extLst>
          </p:cNvPr>
          <p:cNvSpPr>
            <a:spLocks xmlns:a="http://schemas.openxmlformats.org/drawingml/2006/main" noGrp="1"/>
          </p:cNvSpPr>
          <p:nvPr/>
        </p:nvSpPr>
        <p:spPr>
          <a:xfrm xmlns:a="http://schemas.openxmlformats.org/drawingml/2006/main">
            <a:off x="9144000" y="2238375"/>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354B"/>
                </a:solidFill>
                <a:latin typeface="Arial"/>
                <a:ea typeface="Arial"/>
                <a:cs typeface="Arial"/>
              </a:defRPr>
            </a:defPPr>
            <a:lvl1pPr algn="l">
              <a:defRPr sz="1500" b="0">
                <a:solidFill>
                  <a:srgbClr val="18354B"/>
                </a:solidFill>
                <a:latin typeface="Arial"/>
                <a:ea typeface="Arial"/>
                <a:cs typeface="Arial"/>
              </a:defRPr>
            </a:lvl1pPr>
            <a:lvl2pPr algn="l">
              <a:defRPr sz="1500" b="0">
                <a:solidFill>
                  <a:srgbClr val="18354B"/>
                </a:solidFill>
                <a:latin typeface="Arial"/>
                <a:ea typeface="Arial"/>
                <a:cs typeface="Arial"/>
              </a:defRPr>
            </a:lvl2pPr>
            <a:lvl3pPr algn="l">
              <a:defRPr sz="1500" b="0">
                <a:solidFill>
                  <a:srgbClr val="18354B"/>
                </a:solidFill>
                <a:latin typeface="Arial"/>
                <a:ea typeface="Arial"/>
                <a:cs typeface="Arial"/>
              </a:defRPr>
            </a:lvl3pPr>
            <a:lvl4pPr algn="l">
              <a:defRPr sz="1500" b="0">
                <a:solidFill>
                  <a:srgbClr val="18354B"/>
                </a:solidFill>
                <a:latin typeface="Arial"/>
                <a:ea typeface="Arial"/>
                <a:cs typeface="Arial"/>
              </a:defRPr>
            </a:lvl4pPr>
            <a:lvl5pPr algn="l">
              <a:defRPr sz="1500" b="0">
                <a:solidFill>
                  <a:srgbClr val="18354B"/>
                </a:solidFill>
                <a:latin typeface="Arial"/>
                <a:ea typeface="Arial"/>
                <a:cs typeface="Arial"/>
              </a:defRPr>
            </a:lvl5pPr>
            <a:lvl6pPr algn="l">
              <a:defRPr sz="1500" b="0">
                <a:solidFill>
                  <a:srgbClr val="18354B"/>
                </a:solidFill>
                <a:latin typeface="Arial"/>
                <a:ea typeface="Arial"/>
                <a:cs typeface="Arial"/>
              </a:defRPr>
            </a:lvl6pPr>
            <a:lvl7pPr algn="l">
              <a:defRPr sz="1500" b="0">
                <a:solidFill>
                  <a:srgbClr val="18354B"/>
                </a:solidFill>
                <a:latin typeface="Arial"/>
                <a:ea typeface="Arial"/>
                <a:cs typeface="Arial"/>
              </a:defRPr>
            </a:lvl7pPr>
            <a:lvl8pPr algn="l">
              <a:defRPr sz="1500" b="0">
                <a:solidFill>
                  <a:srgbClr val="18354B"/>
                </a:solidFill>
                <a:latin typeface="Arial"/>
                <a:ea typeface="Arial"/>
                <a:cs typeface="Arial"/>
              </a:defRPr>
            </a:lvl8pPr>
            <a:lvl9pPr algn="l">
              <a:defRPr sz="1500" b="0">
                <a:solidFill>
                  <a:srgbClr val="18354B"/>
                </a:solidFill>
                <a:latin typeface="Arial"/>
                <a:ea typeface="Arial"/>
                <a:cs typeface="Arial"/>
              </a:defRPr>
            </a:lvl9pPr>
          </a:lstStyle>
          <a:p xmlns:a="http://schemas.openxmlformats.org/drawingml/2006/main">
            <a:pPr algn="l">
              <a:lnSpc>
                <a:spcPct val="108000"/>
              </a:lnSpc>
              <a:buNone/>
              <a:defRPr sz="1500" b="0">
                <a:solidFill>
                  <a:srgbClr val="18354B"/>
                </a:solidFill>
                <a:latin typeface="Arial"/>
                <a:ea typeface="Arial"/>
                <a:cs typeface="Arial"/>
              </a:defRPr>
            </a:pPr>
            <a:r>
              <a:rPr sz="1500" b="0">
                <a:solidFill>
                  <a:srgbClr val="18354B"/>
                </a:solidFill>
                <a:latin typeface="Arial"/>
                <a:ea typeface="Arial"/>
                <a:cs typeface="Arial"/>
              </a:rPr>
              <a:t>unresolved</a:t>
            </a:r>
          </a:p>
        </p:txBody>
      </p:sp>
      <p:sp>
        <p:nvSpPr>
          <p:cNvPr id="14" name="">
            <a:extLst xmlns:a="http://schemas.openxmlformats.org/drawingml/2006/main">
              <a:ext uri="{FF2B5EF4-FFF2-40B4-BE49-F238E27FC236}">
                <a16:creationId xmlns:a16="http://schemas.microsoft.com/office/drawing/2014/main" id="{A5EFA762-0D0E-40A4-A6EA-25021C9EE0B6}"/>
              </a:ext>
            </a:extLst>
          </p:cNvPr>
          <p:cNvSpPr>
            <a:spLocks xmlns:a="http://schemas.openxmlformats.org/drawingml/2006/main" noGrp="1"/>
          </p:cNvSpPr>
          <p:nvPr/>
        </p:nvSpPr>
        <p:spPr>
          <a:xfrm xmlns:a="http://schemas.openxmlformats.org/drawingml/2006/main">
            <a:off x="685800" y="2933700"/>
            <a:ext cx="10668000" cy="9525"/>
          </a:xfrm>
          <a:prstGeom xmlns:a="http://schemas.openxmlformats.org/drawingml/2006/main" prst="line">
            <a:avLst/>
          </a:prstGeom>
          <a:solidFill xmlns:a="http://schemas.openxmlformats.org/drawingml/2006/main">
            <a:srgbClr val="D7E1E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5B05254-6CC9-49F7-9B75-B9401FB5AFEE}"/>
              </a:ext>
            </a:extLst>
          </p:cNvPr>
          <p:cNvSpPr>
            <a:spLocks xmlns:a="http://schemas.openxmlformats.org/drawingml/2006/main" noGrp="1"/>
          </p:cNvSpPr>
          <p:nvPr/>
        </p:nvSpPr>
        <p:spPr>
          <a:xfrm xmlns:a="http://schemas.openxmlformats.org/drawingml/2006/main">
            <a:off x="685800" y="33147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2304A"/>
                </a:solidFill>
                <a:latin typeface="Arial"/>
                <a:ea typeface="Arial"/>
                <a:cs typeface="Arial"/>
              </a:defRPr>
            </a:defPPr>
            <a:lvl1pPr algn="l">
              <a:defRPr sz="1650" b="1">
                <a:solidFill>
                  <a:srgbClr val="12304A"/>
                </a:solidFill>
                <a:latin typeface="Arial"/>
                <a:ea typeface="Arial"/>
                <a:cs typeface="Arial"/>
              </a:defRPr>
            </a:lvl1pPr>
            <a:lvl2pPr algn="l">
              <a:defRPr sz="1650" b="1">
                <a:solidFill>
                  <a:srgbClr val="12304A"/>
                </a:solidFill>
                <a:latin typeface="Arial"/>
                <a:ea typeface="Arial"/>
                <a:cs typeface="Arial"/>
              </a:defRPr>
            </a:lvl2pPr>
            <a:lvl3pPr algn="l">
              <a:defRPr sz="1650" b="1">
                <a:solidFill>
                  <a:srgbClr val="12304A"/>
                </a:solidFill>
                <a:latin typeface="Arial"/>
                <a:ea typeface="Arial"/>
                <a:cs typeface="Arial"/>
              </a:defRPr>
            </a:lvl3pPr>
            <a:lvl4pPr algn="l">
              <a:defRPr sz="1650" b="1">
                <a:solidFill>
                  <a:srgbClr val="12304A"/>
                </a:solidFill>
                <a:latin typeface="Arial"/>
                <a:ea typeface="Arial"/>
                <a:cs typeface="Arial"/>
              </a:defRPr>
            </a:lvl4pPr>
            <a:lvl5pPr algn="l">
              <a:defRPr sz="1650" b="1">
                <a:solidFill>
                  <a:srgbClr val="12304A"/>
                </a:solidFill>
                <a:latin typeface="Arial"/>
                <a:ea typeface="Arial"/>
                <a:cs typeface="Arial"/>
              </a:defRPr>
            </a:lvl5pPr>
            <a:lvl6pPr algn="l">
              <a:defRPr sz="1650" b="1">
                <a:solidFill>
                  <a:srgbClr val="12304A"/>
                </a:solidFill>
                <a:latin typeface="Arial"/>
                <a:ea typeface="Arial"/>
                <a:cs typeface="Arial"/>
              </a:defRPr>
            </a:lvl6pPr>
            <a:lvl7pPr algn="l">
              <a:defRPr sz="1650" b="1">
                <a:solidFill>
                  <a:srgbClr val="12304A"/>
                </a:solidFill>
                <a:latin typeface="Arial"/>
                <a:ea typeface="Arial"/>
                <a:cs typeface="Arial"/>
              </a:defRPr>
            </a:lvl7pPr>
            <a:lvl8pPr algn="l">
              <a:defRPr sz="1650" b="1">
                <a:solidFill>
                  <a:srgbClr val="12304A"/>
                </a:solidFill>
                <a:latin typeface="Arial"/>
                <a:ea typeface="Arial"/>
                <a:cs typeface="Arial"/>
              </a:defRPr>
            </a:lvl8pPr>
            <a:lvl9pPr algn="l">
              <a:defRPr sz="1650" b="1">
                <a:solidFill>
                  <a:srgbClr val="12304A"/>
                </a:solidFill>
                <a:latin typeface="Arial"/>
                <a:ea typeface="Arial"/>
                <a:cs typeface="Arial"/>
              </a:defRPr>
            </a:lvl9pPr>
          </a:lstStyle>
          <a:p xmlns:a="http://schemas.openxmlformats.org/drawingml/2006/main">
            <a:pPr algn="l">
              <a:lnSpc>
                <a:spcPct val="108000"/>
              </a:lnSpc>
              <a:buNone/>
              <a:defRPr sz="1650" b="1">
                <a:solidFill>
                  <a:srgbClr val="12304A"/>
                </a:solidFill>
                <a:latin typeface="Arial"/>
                <a:ea typeface="Arial"/>
                <a:cs typeface="Arial"/>
              </a:defRPr>
            </a:pPr>
            <a:r>
              <a:rPr sz="1650" b="1">
                <a:solidFill>
                  <a:srgbClr val="12304A"/>
                </a:solidFill>
                <a:latin typeface="Arial"/>
                <a:ea typeface="Arial"/>
                <a:cs typeface="Arial"/>
              </a:rPr>
              <a:t>Sequences verified</a:t>
            </a:r>
          </a:p>
        </p:txBody>
      </p:sp>
      <p:sp>
        <p:nvSpPr>
          <p:cNvPr id="16" name="">
            <a:extLst xmlns:a="http://schemas.openxmlformats.org/drawingml/2006/main">
              <a:ext uri="{FF2B5EF4-FFF2-40B4-BE49-F238E27FC236}">
                <a16:creationId xmlns:a16="http://schemas.microsoft.com/office/drawing/2014/main" id="{8DF1B78D-2D02-48D1-B2CB-B01CCCF99EE5}"/>
              </a:ext>
            </a:extLst>
          </p:cNvPr>
          <p:cNvSpPr>
            <a:spLocks xmlns:a="http://schemas.openxmlformats.org/drawingml/2006/main" noGrp="1"/>
          </p:cNvSpPr>
          <p:nvPr/>
        </p:nvSpPr>
        <p:spPr>
          <a:xfrm xmlns:a="http://schemas.openxmlformats.org/drawingml/2006/main">
            <a:off x="4000500" y="3286125"/>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E7A78"/>
                </a:solidFill>
                <a:latin typeface="Arial"/>
                <a:ea typeface="Arial"/>
                <a:cs typeface="Arial"/>
              </a:defRPr>
            </a:defPPr>
            <a:lvl1pPr algn="l">
              <a:defRPr sz="2100" b="1">
                <a:solidFill>
                  <a:srgbClr val="1E7A78"/>
                </a:solidFill>
                <a:latin typeface="Arial"/>
                <a:ea typeface="Arial"/>
                <a:cs typeface="Arial"/>
              </a:defRPr>
            </a:lvl1pPr>
            <a:lvl2pPr algn="l">
              <a:defRPr sz="2100" b="1">
                <a:solidFill>
                  <a:srgbClr val="1E7A78"/>
                </a:solidFill>
                <a:latin typeface="Arial"/>
                <a:ea typeface="Arial"/>
                <a:cs typeface="Arial"/>
              </a:defRPr>
            </a:lvl2pPr>
            <a:lvl3pPr algn="l">
              <a:defRPr sz="2100" b="1">
                <a:solidFill>
                  <a:srgbClr val="1E7A78"/>
                </a:solidFill>
                <a:latin typeface="Arial"/>
                <a:ea typeface="Arial"/>
                <a:cs typeface="Arial"/>
              </a:defRPr>
            </a:lvl3pPr>
            <a:lvl4pPr algn="l">
              <a:defRPr sz="2100" b="1">
                <a:solidFill>
                  <a:srgbClr val="1E7A78"/>
                </a:solidFill>
                <a:latin typeface="Arial"/>
                <a:ea typeface="Arial"/>
                <a:cs typeface="Arial"/>
              </a:defRPr>
            </a:lvl4pPr>
            <a:lvl5pPr algn="l">
              <a:defRPr sz="2100" b="1">
                <a:solidFill>
                  <a:srgbClr val="1E7A78"/>
                </a:solidFill>
                <a:latin typeface="Arial"/>
                <a:ea typeface="Arial"/>
                <a:cs typeface="Arial"/>
              </a:defRPr>
            </a:lvl5pPr>
            <a:lvl6pPr algn="l">
              <a:defRPr sz="2100" b="1">
                <a:solidFill>
                  <a:srgbClr val="1E7A78"/>
                </a:solidFill>
                <a:latin typeface="Arial"/>
                <a:ea typeface="Arial"/>
                <a:cs typeface="Arial"/>
              </a:defRPr>
            </a:lvl6pPr>
            <a:lvl7pPr algn="l">
              <a:defRPr sz="2100" b="1">
                <a:solidFill>
                  <a:srgbClr val="1E7A78"/>
                </a:solidFill>
                <a:latin typeface="Arial"/>
                <a:ea typeface="Arial"/>
                <a:cs typeface="Arial"/>
              </a:defRPr>
            </a:lvl7pPr>
            <a:lvl8pPr algn="l">
              <a:defRPr sz="2100" b="1">
                <a:solidFill>
                  <a:srgbClr val="1E7A78"/>
                </a:solidFill>
                <a:latin typeface="Arial"/>
                <a:ea typeface="Arial"/>
                <a:cs typeface="Arial"/>
              </a:defRPr>
            </a:lvl8pPr>
            <a:lvl9pPr algn="l">
              <a:defRPr sz="2100" b="1">
                <a:solidFill>
                  <a:srgbClr val="1E7A78"/>
                </a:solidFill>
                <a:latin typeface="Arial"/>
                <a:ea typeface="Arial"/>
                <a:cs typeface="Arial"/>
              </a:defRPr>
            </a:lvl9pPr>
          </a:lstStyle>
          <a:p xmlns:a="http://schemas.openxmlformats.org/drawingml/2006/main">
            <a:pPr algn="l">
              <a:lnSpc>
                <a:spcPct val="108000"/>
              </a:lnSpc>
              <a:buNone/>
              <a:defRPr sz="2100" b="1">
                <a:solidFill>
                  <a:srgbClr val="1E7A78"/>
                </a:solidFill>
                <a:latin typeface="Arial"/>
                <a:ea typeface="Arial"/>
                <a:cs typeface="Arial"/>
              </a:defRPr>
            </a:pPr>
            <a:r>
              <a:rPr sz="2100" b="1">
                <a:solidFill>
                  <a:srgbClr val="1E7A78"/>
                </a:solidFill>
                <a:latin typeface="Arial"/>
                <a:ea typeface="Arial"/>
                <a:cs typeface="Arial"/>
              </a:rPr>
              <a:t>42 of 48 positives</a:t>
            </a:r>
          </a:p>
        </p:txBody>
      </p:sp>
      <p:sp>
        <p:nvSpPr>
          <p:cNvPr id="17" name="">
            <a:extLst xmlns:a="http://schemas.openxmlformats.org/drawingml/2006/main">
              <a:ext uri="{FF2B5EF4-FFF2-40B4-BE49-F238E27FC236}">
                <a16:creationId xmlns:a16="http://schemas.microsoft.com/office/drawing/2014/main" id="{C27B465D-91AE-4F21-9843-B4EFD347E4C9}"/>
              </a:ext>
            </a:extLst>
          </p:cNvPr>
          <p:cNvSpPr>
            <a:spLocks xmlns:a="http://schemas.openxmlformats.org/drawingml/2006/main" noGrp="1"/>
          </p:cNvSpPr>
          <p:nvPr/>
        </p:nvSpPr>
        <p:spPr>
          <a:xfrm xmlns:a="http://schemas.openxmlformats.org/drawingml/2006/main">
            <a:off x="685800" y="384810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8354B"/>
                </a:solidFill>
                <a:latin typeface="Arial"/>
                <a:ea typeface="Arial"/>
                <a:cs typeface="Arial"/>
              </a:defRPr>
            </a:defPPr>
            <a:lvl1pPr algn="l">
              <a:defRPr sz="1650" b="0">
                <a:solidFill>
                  <a:srgbClr val="18354B"/>
                </a:solidFill>
                <a:latin typeface="Arial"/>
                <a:ea typeface="Arial"/>
                <a:cs typeface="Arial"/>
              </a:defRPr>
            </a:lvl1pPr>
            <a:lvl2pPr algn="l">
              <a:defRPr sz="1650" b="0">
                <a:solidFill>
                  <a:srgbClr val="18354B"/>
                </a:solidFill>
                <a:latin typeface="Arial"/>
                <a:ea typeface="Arial"/>
                <a:cs typeface="Arial"/>
              </a:defRPr>
            </a:lvl2pPr>
            <a:lvl3pPr algn="l">
              <a:defRPr sz="1650" b="0">
                <a:solidFill>
                  <a:srgbClr val="18354B"/>
                </a:solidFill>
                <a:latin typeface="Arial"/>
                <a:ea typeface="Arial"/>
                <a:cs typeface="Arial"/>
              </a:defRPr>
            </a:lvl3pPr>
            <a:lvl4pPr algn="l">
              <a:defRPr sz="1650" b="0">
                <a:solidFill>
                  <a:srgbClr val="18354B"/>
                </a:solidFill>
                <a:latin typeface="Arial"/>
                <a:ea typeface="Arial"/>
                <a:cs typeface="Arial"/>
              </a:defRPr>
            </a:lvl4pPr>
            <a:lvl5pPr algn="l">
              <a:defRPr sz="1650" b="0">
                <a:solidFill>
                  <a:srgbClr val="18354B"/>
                </a:solidFill>
                <a:latin typeface="Arial"/>
                <a:ea typeface="Arial"/>
                <a:cs typeface="Arial"/>
              </a:defRPr>
            </a:lvl5pPr>
            <a:lvl6pPr algn="l">
              <a:defRPr sz="1650" b="0">
                <a:solidFill>
                  <a:srgbClr val="18354B"/>
                </a:solidFill>
                <a:latin typeface="Arial"/>
                <a:ea typeface="Arial"/>
                <a:cs typeface="Arial"/>
              </a:defRPr>
            </a:lvl6pPr>
            <a:lvl7pPr algn="l">
              <a:defRPr sz="1650" b="0">
                <a:solidFill>
                  <a:srgbClr val="18354B"/>
                </a:solidFill>
                <a:latin typeface="Arial"/>
                <a:ea typeface="Arial"/>
                <a:cs typeface="Arial"/>
              </a:defRPr>
            </a:lvl7pPr>
            <a:lvl8pPr algn="l">
              <a:defRPr sz="1650" b="0">
                <a:solidFill>
                  <a:srgbClr val="18354B"/>
                </a:solidFill>
                <a:latin typeface="Arial"/>
                <a:ea typeface="Arial"/>
                <a:cs typeface="Arial"/>
              </a:defRPr>
            </a:lvl8pPr>
            <a:lvl9pPr algn="l">
              <a:defRPr sz="1650" b="0">
                <a:solidFill>
                  <a:srgbClr val="18354B"/>
                </a:solidFill>
                <a:latin typeface="Arial"/>
                <a:ea typeface="Arial"/>
                <a:cs typeface="Arial"/>
              </a:defRPr>
            </a:lvl9pPr>
          </a:lstStyle>
          <a:p xmlns:a="http://schemas.openxmlformats.org/drawingml/2006/main">
            <a:pPr algn="l">
              <a:lnSpc>
                <a:spcPct val="108000"/>
              </a:lnSpc>
              <a:buNone/>
              <a:defRPr sz="1650" b="0">
                <a:solidFill>
                  <a:srgbClr val="18354B"/>
                </a:solidFill>
                <a:latin typeface="Arial"/>
                <a:ea typeface="Arial"/>
                <a:cs typeface="Arial"/>
              </a:defRPr>
            </a:pPr>
            <a:r>
              <a:rPr sz="1650" b="0">
                <a:solidFill>
                  <a:srgbClr val="18354B"/>
                </a:solidFill>
                <a:latin typeface="Arial"/>
                <a:ea typeface="Arial"/>
                <a:cs typeface="Arial"/>
              </a:rPr>
              <a:t>Six positive sequences still need retrieval: CDCP1, SLAMF1, LIFR, IL10RB, NTF3, IL12B.</a:t>
            </a:r>
          </a:p>
        </p:txBody>
      </p:sp>
      <p:sp>
        <p:nvSpPr>
          <p:cNvPr id="18" name="">
            <a:extLst xmlns:a="http://schemas.openxmlformats.org/drawingml/2006/main">
              <a:ext uri="{FF2B5EF4-FFF2-40B4-BE49-F238E27FC236}">
                <a16:creationId xmlns:a16="http://schemas.microsoft.com/office/drawing/2014/main" id="{34D6BDFC-BB49-4BBF-9B54-F2C58ADB47F0}"/>
              </a:ext>
            </a:extLst>
          </p:cNvPr>
          <p:cNvSpPr>
            <a:spLocks xmlns:a="http://schemas.openxmlformats.org/drawingml/2006/main" noGrp="1"/>
          </p:cNvSpPr>
          <p:nvPr/>
        </p:nvSpPr>
        <p:spPr>
          <a:xfrm xmlns:a="http://schemas.openxmlformats.org/drawingml/2006/main">
            <a:off x="685800" y="4762500"/>
            <a:ext cx="571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2304A"/>
                </a:solidFill>
                <a:latin typeface="Arial"/>
                <a:ea typeface="Arial"/>
                <a:cs typeface="Arial"/>
              </a:defRPr>
            </a:defPPr>
            <a:lvl1pPr algn="l">
              <a:defRPr sz="1725" b="1">
                <a:solidFill>
                  <a:srgbClr val="12304A"/>
                </a:solidFill>
                <a:latin typeface="Arial"/>
                <a:ea typeface="Arial"/>
                <a:cs typeface="Arial"/>
              </a:defRPr>
            </a:lvl1pPr>
            <a:lvl2pPr algn="l">
              <a:defRPr sz="1725" b="1">
                <a:solidFill>
                  <a:srgbClr val="12304A"/>
                </a:solidFill>
                <a:latin typeface="Arial"/>
                <a:ea typeface="Arial"/>
                <a:cs typeface="Arial"/>
              </a:defRPr>
            </a:lvl2pPr>
            <a:lvl3pPr algn="l">
              <a:defRPr sz="1725" b="1">
                <a:solidFill>
                  <a:srgbClr val="12304A"/>
                </a:solidFill>
                <a:latin typeface="Arial"/>
                <a:ea typeface="Arial"/>
                <a:cs typeface="Arial"/>
              </a:defRPr>
            </a:lvl3pPr>
            <a:lvl4pPr algn="l">
              <a:defRPr sz="1725" b="1">
                <a:solidFill>
                  <a:srgbClr val="12304A"/>
                </a:solidFill>
                <a:latin typeface="Arial"/>
                <a:ea typeface="Arial"/>
                <a:cs typeface="Arial"/>
              </a:defRPr>
            </a:lvl4pPr>
            <a:lvl5pPr algn="l">
              <a:defRPr sz="1725" b="1">
                <a:solidFill>
                  <a:srgbClr val="12304A"/>
                </a:solidFill>
                <a:latin typeface="Arial"/>
                <a:ea typeface="Arial"/>
                <a:cs typeface="Arial"/>
              </a:defRPr>
            </a:lvl5pPr>
            <a:lvl6pPr algn="l">
              <a:defRPr sz="1725" b="1">
                <a:solidFill>
                  <a:srgbClr val="12304A"/>
                </a:solidFill>
                <a:latin typeface="Arial"/>
                <a:ea typeface="Arial"/>
                <a:cs typeface="Arial"/>
              </a:defRPr>
            </a:lvl6pPr>
            <a:lvl7pPr algn="l">
              <a:defRPr sz="1725" b="1">
                <a:solidFill>
                  <a:srgbClr val="12304A"/>
                </a:solidFill>
                <a:latin typeface="Arial"/>
                <a:ea typeface="Arial"/>
                <a:cs typeface="Arial"/>
              </a:defRPr>
            </a:lvl7pPr>
            <a:lvl8pPr algn="l">
              <a:defRPr sz="1725" b="1">
                <a:solidFill>
                  <a:srgbClr val="12304A"/>
                </a:solidFill>
                <a:latin typeface="Arial"/>
                <a:ea typeface="Arial"/>
                <a:cs typeface="Arial"/>
              </a:defRPr>
            </a:lvl8pPr>
            <a:lvl9pPr algn="l">
              <a:defRPr sz="1725" b="1">
                <a:solidFill>
                  <a:srgbClr val="12304A"/>
                </a:solidFill>
                <a:latin typeface="Arial"/>
                <a:ea typeface="Arial"/>
                <a:cs typeface="Arial"/>
              </a:defRPr>
            </a:lvl9pPr>
          </a:lstStyle>
          <a:p xmlns:a="http://schemas.openxmlformats.org/drawingml/2006/main">
            <a:pPr algn="l">
              <a:lnSpc>
                <a:spcPct val="108000"/>
              </a:lnSpc>
              <a:buNone/>
              <a:defRPr sz="1725" b="1">
                <a:solidFill>
                  <a:srgbClr val="12304A"/>
                </a:solidFill>
                <a:latin typeface="Arial"/>
                <a:ea typeface="Arial"/>
                <a:cs typeface="Arial"/>
              </a:defRPr>
            </a:pPr>
            <a:r>
              <a:rPr sz="1725" b="1">
                <a:solidFill>
                  <a:srgbClr val="12304A"/>
                </a:solidFill>
                <a:latin typeface="Arial"/>
                <a:ea typeface="Arial"/>
                <a:cs typeface="Arial"/>
              </a:rPr>
              <a:t>Sequence-similarity groups: not computed</a:t>
            </a:r>
          </a:p>
        </p:txBody>
      </p:sp>
      <p:sp>
        <p:nvSpPr>
          <p:cNvPr id="19" name="">
            <a:extLst xmlns:a="http://schemas.openxmlformats.org/drawingml/2006/main">
              <a:ext uri="{FF2B5EF4-FFF2-40B4-BE49-F238E27FC236}">
                <a16:creationId xmlns:a16="http://schemas.microsoft.com/office/drawing/2014/main" id="{0C9600CB-757A-4CF1-875B-DD74C073C48E}"/>
              </a:ext>
            </a:extLst>
          </p:cNvPr>
          <p:cNvSpPr>
            <a:spLocks xmlns:a="http://schemas.openxmlformats.org/drawingml/2006/main" noGrp="1"/>
          </p:cNvSpPr>
          <p:nvPr/>
        </p:nvSpPr>
        <p:spPr>
          <a:xfrm xmlns:a="http://schemas.openxmlformats.org/drawingml/2006/main">
            <a:off x="685800" y="521970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B74842"/>
                </a:solidFill>
                <a:latin typeface="Arial"/>
                <a:ea typeface="Arial"/>
                <a:cs typeface="Arial"/>
              </a:defRPr>
            </a:defPPr>
            <a:lvl1pPr algn="l">
              <a:defRPr sz="1650" b="1">
                <a:solidFill>
                  <a:srgbClr val="B74842"/>
                </a:solidFill>
                <a:latin typeface="Arial"/>
                <a:ea typeface="Arial"/>
                <a:cs typeface="Arial"/>
              </a:defRPr>
            </a:lvl1pPr>
            <a:lvl2pPr algn="l">
              <a:defRPr sz="1650" b="1">
                <a:solidFill>
                  <a:srgbClr val="B74842"/>
                </a:solidFill>
                <a:latin typeface="Arial"/>
                <a:ea typeface="Arial"/>
                <a:cs typeface="Arial"/>
              </a:defRPr>
            </a:lvl2pPr>
            <a:lvl3pPr algn="l">
              <a:defRPr sz="1650" b="1">
                <a:solidFill>
                  <a:srgbClr val="B74842"/>
                </a:solidFill>
                <a:latin typeface="Arial"/>
                <a:ea typeface="Arial"/>
                <a:cs typeface="Arial"/>
              </a:defRPr>
            </a:lvl3pPr>
            <a:lvl4pPr algn="l">
              <a:defRPr sz="1650" b="1">
                <a:solidFill>
                  <a:srgbClr val="B74842"/>
                </a:solidFill>
                <a:latin typeface="Arial"/>
                <a:ea typeface="Arial"/>
                <a:cs typeface="Arial"/>
              </a:defRPr>
            </a:lvl4pPr>
            <a:lvl5pPr algn="l">
              <a:defRPr sz="1650" b="1">
                <a:solidFill>
                  <a:srgbClr val="B74842"/>
                </a:solidFill>
                <a:latin typeface="Arial"/>
                <a:ea typeface="Arial"/>
                <a:cs typeface="Arial"/>
              </a:defRPr>
            </a:lvl5pPr>
            <a:lvl6pPr algn="l">
              <a:defRPr sz="1650" b="1">
                <a:solidFill>
                  <a:srgbClr val="B74842"/>
                </a:solidFill>
                <a:latin typeface="Arial"/>
                <a:ea typeface="Arial"/>
                <a:cs typeface="Arial"/>
              </a:defRPr>
            </a:lvl6pPr>
            <a:lvl7pPr algn="l">
              <a:defRPr sz="1650" b="1">
                <a:solidFill>
                  <a:srgbClr val="B74842"/>
                </a:solidFill>
                <a:latin typeface="Arial"/>
                <a:ea typeface="Arial"/>
                <a:cs typeface="Arial"/>
              </a:defRPr>
            </a:lvl7pPr>
            <a:lvl8pPr algn="l">
              <a:defRPr sz="1650" b="1">
                <a:solidFill>
                  <a:srgbClr val="B74842"/>
                </a:solidFill>
                <a:latin typeface="Arial"/>
                <a:ea typeface="Arial"/>
                <a:cs typeface="Arial"/>
              </a:defRPr>
            </a:lvl8pPr>
            <a:lvl9pPr algn="l">
              <a:defRPr sz="1650" b="1">
                <a:solidFill>
                  <a:srgbClr val="B74842"/>
                </a:solidFill>
                <a:latin typeface="Arial"/>
                <a:ea typeface="Arial"/>
                <a:cs typeface="Arial"/>
              </a:defRPr>
            </a:lvl9pPr>
          </a:lstStyle>
          <a:p xmlns:a="http://schemas.openxmlformats.org/drawingml/2006/main">
            <a:pPr algn="l">
              <a:lnSpc>
                <a:spcPct val="108000"/>
              </a:lnSpc>
              <a:buNone/>
              <a:defRPr sz="1650" b="1">
                <a:solidFill>
                  <a:srgbClr val="B74842"/>
                </a:solidFill>
                <a:latin typeface="Arial"/>
                <a:ea typeface="Arial"/>
                <a:cs typeface="Arial"/>
              </a:defRPr>
            </a:pPr>
            <a:r>
              <a:rPr sz="1650" b="1">
                <a:solidFill>
                  <a:srgbClr val="B74842"/>
                </a:solidFill>
                <a:latin typeface="Arial"/>
                <a:ea typeface="Arial"/>
                <a:cs typeface="Arial"/>
              </a:rPr>
              <a:t>All 42 available sequence rows are positive. No grouped binary split is possible.</a:t>
            </a:r>
          </a:p>
        </p:txBody>
      </p:sp>
    </p:spTree>
    <p:extLst>
      <p:ext uri="{BB962C8B-B14F-4D97-AF65-F5344CB8AC3E}">
        <p14:creationId xmlns:p14="http://schemas.microsoft.com/office/powerpoint/2010/main" val="9988066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5AC5D15-261B-471D-A930-760A12A2D6B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E7A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932C265-5A5F-4594-AD95-3209A5142318}"/>
              </a:ext>
            </a:extLst>
          </p:cNvPr>
          <p:cNvSpPr>
            <a:spLocks xmlns:a="http://schemas.openxmlformats.org/drawingml/2006/main" noGrp="1"/>
          </p:cNvSpPr>
          <p:nvPr/>
        </p:nvSpPr>
        <p:spPr>
          <a:xfrm xmlns:a="http://schemas.openxmlformats.org/drawingml/2006/main">
            <a:off x="685800" y="4572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12304A"/>
                </a:solidFill>
                <a:latin typeface="Arial"/>
                <a:ea typeface="Arial"/>
                <a:cs typeface="Arial"/>
              </a:defRPr>
            </a:defPPr>
            <a:lvl1pPr algn="l">
              <a:defRPr sz="2700" b="1">
                <a:solidFill>
                  <a:srgbClr val="12304A"/>
                </a:solidFill>
                <a:latin typeface="Arial"/>
                <a:ea typeface="Arial"/>
                <a:cs typeface="Arial"/>
              </a:defRPr>
            </a:lvl1pPr>
            <a:lvl2pPr algn="l">
              <a:defRPr sz="2700" b="1">
                <a:solidFill>
                  <a:srgbClr val="12304A"/>
                </a:solidFill>
                <a:latin typeface="Arial"/>
                <a:ea typeface="Arial"/>
                <a:cs typeface="Arial"/>
              </a:defRPr>
            </a:lvl2pPr>
            <a:lvl3pPr algn="l">
              <a:defRPr sz="2700" b="1">
                <a:solidFill>
                  <a:srgbClr val="12304A"/>
                </a:solidFill>
                <a:latin typeface="Arial"/>
                <a:ea typeface="Arial"/>
                <a:cs typeface="Arial"/>
              </a:defRPr>
            </a:lvl3pPr>
            <a:lvl4pPr algn="l">
              <a:defRPr sz="2700" b="1">
                <a:solidFill>
                  <a:srgbClr val="12304A"/>
                </a:solidFill>
                <a:latin typeface="Arial"/>
                <a:ea typeface="Arial"/>
                <a:cs typeface="Arial"/>
              </a:defRPr>
            </a:lvl4pPr>
            <a:lvl5pPr algn="l">
              <a:defRPr sz="2700" b="1">
                <a:solidFill>
                  <a:srgbClr val="12304A"/>
                </a:solidFill>
                <a:latin typeface="Arial"/>
                <a:ea typeface="Arial"/>
                <a:cs typeface="Arial"/>
              </a:defRPr>
            </a:lvl5pPr>
            <a:lvl6pPr algn="l">
              <a:defRPr sz="2700" b="1">
                <a:solidFill>
                  <a:srgbClr val="12304A"/>
                </a:solidFill>
                <a:latin typeface="Arial"/>
                <a:ea typeface="Arial"/>
                <a:cs typeface="Arial"/>
              </a:defRPr>
            </a:lvl6pPr>
            <a:lvl7pPr algn="l">
              <a:defRPr sz="2700" b="1">
                <a:solidFill>
                  <a:srgbClr val="12304A"/>
                </a:solidFill>
                <a:latin typeface="Arial"/>
                <a:ea typeface="Arial"/>
                <a:cs typeface="Arial"/>
              </a:defRPr>
            </a:lvl7pPr>
            <a:lvl8pPr algn="l">
              <a:defRPr sz="2700" b="1">
                <a:solidFill>
                  <a:srgbClr val="12304A"/>
                </a:solidFill>
                <a:latin typeface="Arial"/>
                <a:ea typeface="Arial"/>
                <a:cs typeface="Arial"/>
              </a:defRPr>
            </a:lvl8pPr>
            <a:lvl9pPr algn="l">
              <a:defRPr sz="2700" b="1">
                <a:solidFill>
                  <a:srgbClr val="12304A"/>
                </a:solidFill>
                <a:latin typeface="Arial"/>
                <a:ea typeface="Arial"/>
                <a:cs typeface="Arial"/>
              </a:defRPr>
            </a:lvl9pPr>
          </a:lstStyle>
          <a:p xmlns:a="http://schemas.openxmlformats.org/drawingml/2006/main">
            <a:pPr algn="l">
              <a:lnSpc>
                <a:spcPct val="108000"/>
              </a:lnSpc>
              <a:buNone/>
              <a:defRPr sz="2700" b="1">
                <a:solidFill>
                  <a:srgbClr val="12304A"/>
                </a:solidFill>
                <a:latin typeface="Arial"/>
                <a:ea typeface="Arial"/>
                <a:cs typeface="Arial"/>
              </a:defRPr>
            </a:pPr>
            <a:r>
              <a:rPr sz="2700" b="1">
                <a:solidFill>
                  <a:srgbClr val="12304A"/>
                </a:solidFill>
                <a:latin typeface="Arial"/>
                <a:ea typeface="Arial"/>
                <a:cs typeface="Arial"/>
              </a:rPr>
              <a:t>Planned model after dataset readiness</a:t>
            </a:r>
          </a:p>
        </p:txBody>
      </p:sp>
      <p:sp>
        <p:nvSpPr>
          <p:cNvPr id="3" name="">
            <a:extLst xmlns:a="http://schemas.openxmlformats.org/drawingml/2006/main">
              <a:ext uri="{FF2B5EF4-FFF2-40B4-BE49-F238E27FC236}">
                <a16:creationId xmlns:a16="http://schemas.microsoft.com/office/drawing/2014/main" id="{1B68EF79-6003-4A09-BE77-852953E6775B}"/>
              </a:ext>
            </a:extLst>
          </p:cNvPr>
          <p:cNvSpPr>
            <a:spLocks xmlns:a="http://schemas.openxmlformats.org/drawingml/2006/main" noGrp="1"/>
          </p:cNvSpPr>
          <p:nvPr/>
        </p:nvSpPr>
        <p:spPr>
          <a:xfrm xmlns:a="http://schemas.openxmlformats.org/drawingml/2006/main">
            <a:off x="685800" y="6191250"/>
            <a:ext cx="10820400" cy="9525"/>
          </a:xfrm>
          <a:prstGeom xmlns:a="http://schemas.openxmlformats.org/drawingml/2006/main" prst="line">
            <a:avLst/>
          </a:prstGeom>
          <a:solidFill xmlns:a="http://schemas.openxmlformats.org/drawingml/2006/main">
            <a:srgbClr val="D7E1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2A2217D-1B9A-46EE-8A09-302F897DAF32}"/>
              </a:ext>
            </a:extLst>
          </p:cNvPr>
          <p:cNvSpPr>
            <a:spLocks xmlns:a="http://schemas.openxmlformats.org/drawingml/2006/main" noGrp="1"/>
          </p:cNvSpPr>
          <p:nvPr/>
        </p:nvSpPr>
        <p:spPr>
          <a:xfrm xmlns:a="http://schemas.openxmlformats.org/drawingml/2006/main">
            <a:off x="685800" y="634365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F7483"/>
                </a:solidFill>
                <a:latin typeface="Arial"/>
                <a:ea typeface="Arial"/>
                <a:cs typeface="Arial"/>
              </a:defRPr>
            </a:defPPr>
            <a:lvl1pPr algn="l">
              <a:defRPr sz="975" b="0">
                <a:solidFill>
                  <a:srgbClr val="5F7483"/>
                </a:solidFill>
                <a:latin typeface="Arial"/>
                <a:ea typeface="Arial"/>
                <a:cs typeface="Arial"/>
              </a:defRPr>
            </a:lvl1pPr>
            <a:lvl2pPr algn="l">
              <a:defRPr sz="975" b="0">
                <a:solidFill>
                  <a:srgbClr val="5F7483"/>
                </a:solidFill>
                <a:latin typeface="Arial"/>
                <a:ea typeface="Arial"/>
                <a:cs typeface="Arial"/>
              </a:defRPr>
            </a:lvl2pPr>
            <a:lvl3pPr algn="l">
              <a:defRPr sz="975" b="0">
                <a:solidFill>
                  <a:srgbClr val="5F7483"/>
                </a:solidFill>
                <a:latin typeface="Arial"/>
                <a:ea typeface="Arial"/>
                <a:cs typeface="Arial"/>
              </a:defRPr>
            </a:lvl3pPr>
            <a:lvl4pPr algn="l">
              <a:defRPr sz="975" b="0">
                <a:solidFill>
                  <a:srgbClr val="5F7483"/>
                </a:solidFill>
                <a:latin typeface="Arial"/>
                <a:ea typeface="Arial"/>
                <a:cs typeface="Arial"/>
              </a:defRPr>
            </a:lvl4pPr>
            <a:lvl5pPr algn="l">
              <a:defRPr sz="975" b="0">
                <a:solidFill>
                  <a:srgbClr val="5F7483"/>
                </a:solidFill>
                <a:latin typeface="Arial"/>
                <a:ea typeface="Arial"/>
                <a:cs typeface="Arial"/>
              </a:defRPr>
            </a:lvl5pPr>
            <a:lvl6pPr algn="l">
              <a:defRPr sz="975" b="0">
                <a:solidFill>
                  <a:srgbClr val="5F7483"/>
                </a:solidFill>
                <a:latin typeface="Arial"/>
                <a:ea typeface="Arial"/>
                <a:cs typeface="Arial"/>
              </a:defRPr>
            </a:lvl6pPr>
            <a:lvl7pPr algn="l">
              <a:defRPr sz="975" b="0">
                <a:solidFill>
                  <a:srgbClr val="5F7483"/>
                </a:solidFill>
                <a:latin typeface="Arial"/>
                <a:ea typeface="Arial"/>
                <a:cs typeface="Arial"/>
              </a:defRPr>
            </a:lvl7pPr>
            <a:lvl8pPr algn="l">
              <a:defRPr sz="975" b="0">
                <a:solidFill>
                  <a:srgbClr val="5F7483"/>
                </a:solidFill>
                <a:latin typeface="Arial"/>
                <a:ea typeface="Arial"/>
                <a:cs typeface="Arial"/>
              </a:defRPr>
            </a:lvl8pPr>
            <a:lvl9pPr algn="l">
              <a:defRPr sz="975" b="0">
                <a:solidFill>
                  <a:srgbClr val="5F7483"/>
                </a:solidFill>
                <a:latin typeface="Arial"/>
                <a:ea typeface="Arial"/>
                <a:cs typeface="Arial"/>
              </a:defRPr>
            </a:lvl9pPr>
          </a:lstStyle>
          <a:p xmlns:a="http://schemas.openxmlformats.org/drawingml/2006/main">
            <a:pPr algn="l">
              <a:lnSpc>
                <a:spcPct val="108000"/>
              </a:lnSpc>
              <a:buNone/>
              <a:defRPr sz="975" b="0">
                <a:solidFill>
                  <a:srgbClr val="5F7483"/>
                </a:solidFill>
                <a:latin typeface="Arial"/>
                <a:ea typeface="Arial"/>
                <a:cs typeface="Arial"/>
              </a:defRPr>
            </a:pPr>
            <a:r>
              <a:rPr sz="975" b="0">
                <a:solidFill>
                  <a:srgbClr val="5F7483"/>
                </a:solidFill>
                <a:latin typeface="Arial"/>
                <a:ea typeface="Arial"/>
                <a:cs typeface="Arial"/>
              </a:rPr>
              <a:t>StrokeProt-AI | Research project update | 25 Oct 2026</a:t>
            </a:r>
          </a:p>
        </p:txBody>
      </p:sp>
      <p:sp>
        <p:nvSpPr>
          <p:cNvPr id="5" name="">
            <a:extLst xmlns:a="http://schemas.openxmlformats.org/drawingml/2006/main">
              <a:ext uri="{FF2B5EF4-FFF2-40B4-BE49-F238E27FC236}">
                <a16:creationId xmlns:a16="http://schemas.microsoft.com/office/drawing/2014/main" id="{1CAC1566-2DCA-40D0-B59C-D7CB4543057B}"/>
              </a:ext>
            </a:extLst>
          </p:cNvPr>
          <p:cNvSpPr>
            <a:spLocks xmlns:a="http://schemas.openxmlformats.org/drawingml/2006/main" noGrp="1"/>
          </p:cNvSpPr>
          <p:nvPr/>
        </p:nvSpPr>
        <p:spPr>
          <a:xfrm xmlns:a="http://schemas.openxmlformats.org/drawingml/2006/main">
            <a:off x="10953750" y="63150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5F7483"/>
                </a:solidFill>
                <a:latin typeface="Arial"/>
                <a:ea typeface="Arial"/>
                <a:cs typeface="Arial"/>
              </a:defRPr>
            </a:defPPr>
            <a:lvl1pPr algn="r">
              <a:defRPr sz="1050" b="1">
                <a:solidFill>
                  <a:srgbClr val="5F7483"/>
                </a:solidFill>
                <a:latin typeface="Arial"/>
                <a:ea typeface="Arial"/>
                <a:cs typeface="Arial"/>
              </a:defRPr>
            </a:lvl1pPr>
            <a:lvl2pPr algn="r">
              <a:defRPr sz="1050" b="1">
                <a:solidFill>
                  <a:srgbClr val="5F7483"/>
                </a:solidFill>
                <a:latin typeface="Arial"/>
                <a:ea typeface="Arial"/>
                <a:cs typeface="Arial"/>
              </a:defRPr>
            </a:lvl2pPr>
            <a:lvl3pPr algn="r">
              <a:defRPr sz="1050" b="1">
                <a:solidFill>
                  <a:srgbClr val="5F7483"/>
                </a:solidFill>
                <a:latin typeface="Arial"/>
                <a:ea typeface="Arial"/>
                <a:cs typeface="Arial"/>
              </a:defRPr>
            </a:lvl3pPr>
            <a:lvl4pPr algn="r">
              <a:defRPr sz="1050" b="1">
                <a:solidFill>
                  <a:srgbClr val="5F7483"/>
                </a:solidFill>
                <a:latin typeface="Arial"/>
                <a:ea typeface="Arial"/>
                <a:cs typeface="Arial"/>
              </a:defRPr>
            </a:lvl4pPr>
            <a:lvl5pPr algn="r">
              <a:defRPr sz="1050" b="1">
                <a:solidFill>
                  <a:srgbClr val="5F7483"/>
                </a:solidFill>
                <a:latin typeface="Arial"/>
                <a:ea typeface="Arial"/>
                <a:cs typeface="Arial"/>
              </a:defRPr>
            </a:lvl5pPr>
            <a:lvl6pPr algn="r">
              <a:defRPr sz="1050" b="1">
                <a:solidFill>
                  <a:srgbClr val="5F7483"/>
                </a:solidFill>
                <a:latin typeface="Arial"/>
                <a:ea typeface="Arial"/>
                <a:cs typeface="Arial"/>
              </a:defRPr>
            </a:lvl6pPr>
            <a:lvl7pPr algn="r">
              <a:defRPr sz="1050" b="1">
                <a:solidFill>
                  <a:srgbClr val="5F7483"/>
                </a:solidFill>
                <a:latin typeface="Arial"/>
                <a:ea typeface="Arial"/>
                <a:cs typeface="Arial"/>
              </a:defRPr>
            </a:lvl7pPr>
            <a:lvl8pPr algn="r">
              <a:defRPr sz="1050" b="1">
                <a:solidFill>
                  <a:srgbClr val="5F7483"/>
                </a:solidFill>
                <a:latin typeface="Arial"/>
                <a:ea typeface="Arial"/>
                <a:cs typeface="Arial"/>
              </a:defRPr>
            </a:lvl8pPr>
            <a:lvl9pPr algn="r">
              <a:defRPr sz="1050" b="1">
                <a:solidFill>
                  <a:srgbClr val="5F7483"/>
                </a:solidFill>
                <a:latin typeface="Arial"/>
                <a:ea typeface="Arial"/>
                <a:cs typeface="Arial"/>
              </a:defRPr>
            </a:lvl9pPr>
          </a:lstStyle>
          <a:p xmlns:a="http://schemas.openxmlformats.org/drawingml/2006/main">
            <a:pPr algn="r">
              <a:lnSpc>
                <a:spcPct val="108000"/>
              </a:lnSpc>
              <a:buNone/>
              <a:defRPr sz="1050" b="1">
                <a:solidFill>
                  <a:srgbClr val="5F7483"/>
                </a:solidFill>
                <a:latin typeface="Arial"/>
                <a:ea typeface="Arial"/>
                <a:cs typeface="Arial"/>
              </a:defRPr>
            </a:pPr>
            <a:r>
              <a:rPr sz="1050" b="1">
                <a:solidFill>
                  <a:srgbClr val="5F7483"/>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800CE696-1B03-4F13-A85B-5EBE17533882}"/>
              </a:ext>
            </a:extLst>
          </p:cNvPr>
          <p:cNvSpPr>
            <a:spLocks xmlns:a="http://schemas.openxmlformats.org/drawingml/2006/main" noGrp="1"/>
          </p:cNvSpPr>
          <p:nvPr/>
        </p:nvSpPr>
        <p:spPr>
          <a:xfrm xmlns:a="http://schemas.openxmlformats.org/drawingml/2006/main">
            <a:off x="762000" y="16192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025" b="1">
                <a:solidFill>
                  <a:srgbClr val="12304A"/>
                </a:solidFill>
                <a:latin typeface="Arial"/>
                <a:ea typeface="Arial"/>
                <a:cs typeface="Arial"/>
              </a:defRPr>
            </a:defPPr>
            <a:lvl1pPr algn="ctr">
              <a:defRPr sz="2025" b="1">
                <a:solidFill>
                  <a:srgbClr val="12304A"/>
                </a:solidFill>
                <a:latin typeface="Arial"/>
                <a:ea typeface="Arial"/>
                <a:cs typeface="Arial"/>
              </a:defRPr>
            </a:lvl1pPr>
            <a:lvl2pPr algn="ctr">
              <a:defRPr sz="2025" b="1">
                <a:solidFill>
                  <a:srgbClr val="12304A"/>
                </a:solidFill>
                <a:latin typeface="Arial"/>
                <a:ea typeface="Arial"/>
                <a:cs typeface="Arial"/>
              </a:defRPr>
            </a:lvl2pPr>
            <a:lvl3pPr algn="ctr">
              <a:defRPr sz="2025" b="1">
                <a:solidFill>
                  <a:srgbClr val="12304A"/>
                </a:solidFill>
                <a:latin typeface="Arial"/>
                <a:ea typeface="Arial"/>
                <a:cs typeface="Arial"/>
              </a:defRPr>
            </a:lvl3pPr>
            <a:lvl4pPr algn="ctr">
              <a:defRPr sz="2025" b="1">
                <a:solidFill>
                  <a:srgbClr val="12304A"/>
                </a:solidFill>
                <a:latin typeface="Arial"/>
                <a:ea typeface="Arial"/>
                <a:cs typeface="Arial"/>
              </a:defRPr>
            </a:lvl4pPr>
            <a:lvl5pPr algn="ctr">
              <a:defRPr sz="2025" b="1">
                <a:solidFill>
                  <a:srgbClr val="12304A"/>
                </a:solidFill>
                <a:latin typeface="Arial"/>
                <a:ea typeface="Arial"/>
                <a:cs typeface="Arial"/>
              </a:defRPr>
            </a:lvl5pPr>
            <a:lvl6pPr algn="ctr">
              <a:defRPr sz="2025" b="1">
                <a:solidFill>
                  <a:srgbClr val="12304A"/>
                </a:solidFill>
                <a:latin typeface="Arial"/>
                <a:ea typeface="Arial"/>
                <a:cs typeface="Arial"/>
              </a:defRPr>
            </a:lvl6pPr>
            <a:lvl7pPr algn="ctr">
              <a:defRPr sz="2025" b="1">
                <a:solidFill>
                  <a:srgbClr val="12304A"/>
                </a:solidFill>
                <a:latin typeface="Arial"/>
                <a:ea typeface="Arial"/>
                <a:cs typeface="Arial"/>
              </a:defRPr>
            </a:lvl7pPr>
            <a:lvl8pPr algn="ctr">
              <a:defRPr sz="2025" b="1">
                <a:solidFill>
                  <a:srgbClr val="12304A"/>
                </a:solidFill>
                <a:latin typeface="Arial"/>
                <a:ea typeface="Arial"/>
                <a:cs typeface="Arial"/>
              </a:defRPr>
            </a:lvl8pPr>
            <a:lvl9pPr algn="ctr">
              <a:defRPr sz="2025" b="1">
                <a:solidFill>
                  <a:srgbClr val="12304A"/>
                </a:solidFill>
                <a:latin typeface="Arial"/>
                <a:ea typeface="Arial"/>
                <a:cs typeface="Arial"/>
              </a:defRPr>
            </a:lvl9pPr>
          </a:lstStyle>
          <a:p xmlns:a="http://schemas.openxmlformats.org/drawingml/2006/main">
            <a:pPr algn="ctr">
              <a:lnSpc>
                <a:spcPct val="108000"/>
              </a:lnSpc>
              <a:buNone/>
              <a:defRPr sz="2025" b="1">
                <a:solidFill>
                  <a:srgbClr val="12304A"/>
                </a:solidFill>
                <a:latin typeface="Arial"/>
                <a:ea typeface="Arial"/>
                <a:cs typeface="Arial"/>
              </a:defRPr>
            </a:pPr>
            <a:r>
              <a:rPr sz="2025" b="1">
                <a:solidFill>
                  <a:srgbClr val="12304A"/>
                </a:solidFill>
                <a:latin typeface="Arial"/>
                <a:ea typeface="Arial"/>
                <a:cs typeface="Arial"/>
              </a:rPr>
              <a:t>Frozen ESM-2</a:t>
            </a:r>
          </a:p>
        </p:txBody>
      </p:sp>
      <p:sp>
        <p:nvSpPr>
          <p:cNvPr id="7" name="">
            <a:extLst xmlns:a="http://schemas.openxmlformats.org/drawingml/2006/main">
              <a:ext uri="{FF2B5EF4-FFF2-40B4-BE49-F238E27FC236}">
                <a16:creationId xmlns:a16="http://schemas.microsoft.com/office/drawing/2014/main" id="{5FE68E32-422E-48E2-9BF1-B3444F12E948}"/>
              </a:ext>
            </a:extLst>
          </p:cNvPr>
          <p:cNvSpPr>
            <a:spLocks xmlns:a="http://schemas.openxmlformats.org/drawingml/2006/main" noGrp="1"/>
          </p:cNvSpPr>
          <p:nvPr/>
        </p:nvSpPr>
        <p:spPr>
          <a:xfrm xmlns:a="http://schemas.openxmlformats.org/drawingml/2006/main">
            <a:off x="762000" y="2143125"/>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00" b="0">
                <a:solidFill>
                  <a:srgbClr val="5F7483"/>
                </a:solidFill>
                <a:latin typeface="Arial"/>
                <a:ea typeface="Arial"/>
                <a:cs typeface="Arial"/>
              </a:defRPr>
            </a:defPPr>
            <a:lvl1pPr algn="ctr">
              <a:defRPr sz="1500" b="0">
                <a:solidFill>
                  <a:srgbClr val="5F7483"/>
                </a:solidFill>
                <a:latin typeface="Arial"/>
                <a:ea typeface="Arial"/>
                <a:cs typeface="Arial"/>
              </a:defRPr>
            </a:lvl1pPr>
            <a:lvl2pPr algn="ctr">
              <a:defRPr sz="1500" b="0">
                <a:solidFill>
                  <a:srgbClr val="5F7483"/>
                </a:solidFill>
                <a:latin typeface="Arial"/>
                <a:ea typeface="Arial"/>
                <a:cs typeface="Arial"/>
              </a:defRPr>
            </a:lvl2pPr>
            <a:lvl3pPr algn="ctr">
              <a:defRPr sz="1500" b="0">
                <a:solidFill>
                  <a:srgbClr val="5F7483"/>
                </a:solidFill>
                <a:latin typeface="Arial"/>
                <a:ea typeface="Arial"/>
                <a:cs typeface="Arial"/>
              </a:defRPr>
            </a:lvl3pPr>
            <a:lvl4pPr algn="ctr">
              <a:defRPr sz="1500" b="0">
                <a:solidFill>
                  <a:srgbClr val="5F7483"/>
                </a:solidFill>
                <a:latin typeface="Arial"/>
                <a:ea typeface="Arial"/>
                <a:cs typeface="Arial"/>
              </a:defRPr>
            </a:lvl4pPr>
            <a:lvl5pPr algn="ctr">
              <a:defRPr sz="1500" b="0">
                <a:solidFill>
                  <a:srgbClr val="5F7483"/>
                </a:solidFill>
                <a:latin typeface="Arial"/>
                <a:ea typeface="Arial"/>
                <a:cs typeface="Arial"/>
              </a:defRPr>
            </a:lvl5pPr>
            <a:lvl6pPr algn="ctr">
              <a:defRPr sz="1500" b="0">
                <a:solidFill>
                  <a:srgbClr val="5F7483"/>
                </a:solidFill>
                <a:latin typeface="Arial"/>
                <a:ea typeface="Arial"/>
                <a:cs typeface="Arial"/>
              </a:defRPr>
            </a:lvl6pPr>
            <a:lvl7pPr algn="ctr">
              <a:defRPr sz="1500" b="0">
                <a:solidFill>
                  <a:srgbClr val="5F7483"/>
                </a:solidFill>
                <a:latin typeface="Arial"/>
                <a:ea typeface="Arial"/>
                <a:cs typeface="Arial"/>
              </a:defRPr>
            </a:lvl7pPr>
            <a:lvl8pPr algn="ctr">
              <a:defRPr sz="1500" b="0">
                <a:solidFill>
                  <a:srgbClr val="5F7483"/>
                </a:solidFill>
                <a:latin typeface="Arial"/>
                <a:ea typeface="Arial"/>
                <a:cs typeface="Arial"/>
              </a:defRPr>
            </a:lvl8pPr>
            <a:lvl9pPr algn="ctr">
              <a:defRPr sz="1500" b="0">
                <a:solidFill>
                  <a:srgbClr val="5F7483"/>
                </a:solidFill>
                <a:latin typeface="Arial"/>
                <a:ea typeface="Arial"/>
                <a:cs typeface="Arial"/>
              </a:defRPr>
            </a:lvl9pPr>
          </a:lstStyle>
          <a:p xmlns:a="http://schemas.openxmlformats.org/drawingml/2006/main">
            <a:pPr algn="ctr">
              <a:lnSpc>
                <a:spcPct val="108000"/>
              </a:lnSpc>
              <a:buNone/>
              <a:defRPr sz="1500" b="0">
                <a:solidFill>
                  <a:srgbClr val="5F7483"/>
                </a:solidFill>
                <a:latin typeface="Arial"/>
                <a:ea typeface="Arial"/>
                <a:cs typeface="Arial"/>
              </a:defRPr>
            </a:pPr>
            <a:r>
              <a:rPr sz="1500" b="0">
                <a:solidFill>
                  <a:srgbClr val="5F7483"/>
                </a:solidFill>
                <a:latin typeface="Arial"/>
                <a:ea typeface="Arial"/>
                <a:cs typeface="Arial"/>
              </a:rPr>
              <a:t>Protein sequence</a:t>
            </a:r>
          </a:p>
        </p:txBody>
      </p:sp>
      <p:sp>
        <p:nvSpPr>
          <p:cNvPr id="8" name="">
            <a:extLst xmlns:a="http://schemas.openxmlformats.org/drawingml/2006/main">
              <a:ext uri="{FF2B5EF4-FFF2-40B4-BE49-F238E27FC236}">
                <a16:creationId xmlns:a16="http://schemas.microsoft.com/office/drawing/2014/main" id="{C53D7CDD-5443-4453-911E-0706D373C103}"/>
              </a:ext>
            </a:extLst>
          </p:cNvPr>
          <p:cNvSpPr>
            <a:spLocks xmlns:a="http://schemas.openxmlformats.org/drawingml/2006/main" noGrp="1"/>
          </p:cNvSpPr>
          <p:nvPr/>
        </p:nvSpPr>
        <p:spPr>
          <a:xfrm xmlns:a="http://schemas.openxmlformats.org/drawingml/2006/main">
            <a:off x="3714750" y="1695450"/>
            <a:ext cx="857250" cy="438150"/>
          </a:xfrm>
          <a:prstGeom xmlns:a="http://schemas.openxmlformats.org/drawingml/2006/main" prst="rightArrow">
            <a:avLst/>
          </a:prstGeom>
          <a:solidFill xmlns:a="http://schemas.openxmlformats.org/drawingml/2006/main">
            <a:srgbClr val="1E7A7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B3662D3-7FE3-43C3-9A5E-97C071AD6767}"/>
              </a:ext>
            </a:extLst>
          </p:cNvPr>
          <p:cNvSpPr>
            <a:spLocks xmlns:a="http://schemas.openxmlformats.org/drawingml/2006/main" noGrp="1"/>
          </p:cNvSpPr>
          <p:nvPr/>
        </p:nvSpPr>
        <p:spPr>
          <a:xfrm xmlns:a="http://schemas.openxmlformats.org/drawingml/2006/main">
            <a:off x="4857750" y="16192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025" b="1">
                <a:solidFill>
                  <a:srgbClr val="12304A"/>
                </a:solidFill>
                <a:latin typeface="Arial"/>
                <a:ea typeface="Arial"/>
                <a:cs typeface="Arial"/>
              </a:defRPr>
            </a:defPPr>
            <a:lvl1pPr algn="ctr">
              <a:defRPr sz="2025" b="1">
                <a:solidFill>
                  <a:srgbClr val="12304A"/>
                </a:solidFill>
                <a:latin typeface="Arial"/>
                <a:ea typeface="Arial"/>
                <a:cs typeface="Arial"/>
              </a:defRPr>
            </a:lvl1pPr>
            <a:lvl2pPr algn="ctr">
              <a:defRPr sz="2025" b="1">
                <a:solidFill>
                  <a:srgbClr val="12304A"/>
                </a:solidFill>
                <a:latin typeface="Arial"/>
                <a:ea typeface="Arial"/>
                <a:cs typeface="Arial"/>
              </a:defRPr>
            </a:lvl2pPr>
            <a:lvl3pPr algn="ctr">
              <a:defRPr sz="2025" b="1">
                <a:solidFill>
                  <a:srgbClr val="12304A"/>
                </a:solidFill>
                <a:latin typeface="Arial"/>
                <a:ea typeface="Arial"/>
                <a:cs typeface="Arial"/>
              </a:defRPr>
            </a:lvl3pPr>
            <a:lvl4pPr algn="ctr">
              <a:defRPr sz="2025" b="1">
                <a:solidFill>
                  <a:srgbClr val="12304A"/>
                </a:solidFill>
                <a:latin typeface="Arial"/>
                <a:ea typeface="Arial"/>
                <a:cs typeface="Arial"/>
              </a:defRPr>
            </a:lvl4pPr>
            <a:lvl5pPr algn="ctr">
              <a:defRPr sz="2025" b="1">
                <a:solidFill>
                  <a:srgbClr val="12304A"/>
                </a:solidFill>
                <a:latin typeface="Arial"/>
                <a:ea typeface="Arial"/>
                <a:cs typeface="Arial"/>
              </a:defRPr>
            </a:lvl5pPr>
            <a:lvl6pPr algn="ctr">
              <a:defRPr sz="2025" b="1">
                <a:solidFill>
                  <a:srgbClr val="12304A"/>
                </a:solidFill>
                <a:latin typeface="Arial"/>
                <a:ea typeface="Arial"/>
                <a:cs typeface="Arial"/>
              </a:defRPr>
            </a:lvl6pPr>
            <a:lvl7pPr algn="ctr">
              <a:defRPr sz="2025" b="1">
                <a:solidFill>
                  <a:srgbClr val="12304A"/>
                </a:solidFill>
                <a:latin typeface="Arial"/>
                <a:ea typeface="Arial"/>
                <a:cs typeface="Arial"/>
              </a:defRPr>
            </a:lvl7pPr>
            <a:lvl8pPr algn="ctr">
              <a:defRPr sz="2025" b="1">
                <a:solidFill>
                  <a:srgbClr val="12304A"/>
                </a:solidFill>
                <a:latin typeface="Arial"/>
                <a:ea typeface="Arial"/>
                <a:cs typeface="Arial"/>
              </a:defRPr>
            </a:lvl8pPr>
            <a:lvl9pPr algn="ctr">
              <a:defRPr sz="2025" b="1">
                <a:solidFill>
                  <a:srgbClr val="12304A"/>
                </a:solidFill>
                <a:latin typeface="Arial"/>
                <a:ea typeface="Arial"/>
                <a:cs typeface="Arial"/>
              </a:defRPr>
            </a:lvl9pPr>
          </a:lstStyle>
          <a:p xmlns:a="http://schemas.openxmlformats.org/drawingml/2006/main">
            <a:pPr algn="ctr">
              <a:lnSpc>
                <a:spcPct val="108000"/>
              </a:lnSpc>
              <a:buNone/>
              <a:defRPr sz="2025" b="1">
                <a:solidFill>
                  <a:srgbClr val="12304A"/>
                </a:solidFill>
                <a:latin typeface="Arial"/>
                <a:ea typeface="Arial"/>
                <a:cs typeface="Arial"/>
              </a:defRPr>
            </a:pPr>
            <a:r>
              <a:rPr sz="2025" b="1">
                <a:solidFill>
                  <a:srgbClr val="12304A"/>
                </a:solidFill>
                <a:latin typeface="Arial"/>
                <a:ea typeface="Arial"/>
                <a:cs typeface="Arial"/>
              </a:rPr>
              <a:t>Mean pooling</a:t>
            </a:r>
          </a:p>
        </p:txBody>
      </p:sp>
      <p:sp>
        <p:nvSpPr>
          <p:cNvPr id="10" name="">
            <a:extLst xmlns:a="http://schemas.openxmlformats.org/drawingml/2006/main">
              <a:ext uri="{FF2B5EF4-FFF2-40B4-BE49-F238E27FC236}">
                <a16:creationId xmlns:a16="http://schemas.microsoft.com/office/drawing/2014/main" id="{4DF4F672-DB0B-4AEE-90F3-8AFA46592C8E}"/>
              </a:ext>
            </a:extLst>
          </p:cNvPr>
          <p:cNvSpPr>
            <a:spLocks xmlns:a="http://schemas.openxmlformats.org/drawingml/2006/main" noGrp="1"/>
          </p:cNvSpPr>
          <p:nvPr/>
        </p:nvSpPr>
        <p:spPr>
          <a:xfrm xmlns:a="http://schemas.openxmlformats.org/drawingml/2006/main">
            <a:off x="4857750" y="2143125"/>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00" b="0">
                <a:solidFill>
                  <a:srgbClr val="5F7483"/>
                </a:solidFill>
                <a:latin typeface="Arial"/>
                <a:ea typeface="Arial"/>
                <a:cs typeface="Arial"/>
              </a:defRPr>
            </a:defPPr>
            <a:lvl1pPr algn="ctr">
              <a:defRPr sz="1500" b="0">
                <a:solidFill>
                  <a:srgbClr val="5F7483"/>
                </a:solidFill>
                <a:latin typeface="Arial"/>
                <a:ea typeface="Arial"/>
                <a:cs typeface="Arial"/>
              </a:defRPr>
            </a:lvl1pPr>
            <a:lvl2pPr algn="ctr">
              <a:defRPr sz="1500" b="0">
                <a:solidFill>
                  <a:srgbClr val="5F7483"/>
                </a:solidFill>
                <a:latin typeface="Arial"/>
                <a:ea typeface="Arial"/>
                <a:cs typeface="Arial"/>
              </a:defRPr>
            </a:lvl2pPr>
            <a:lvl3pPr algn="ctr">
              <a:defRPr sz="1500" b="0">
                <a:solidFill>
                  <a:srgbClr val="5F7483"/>
                </a:solidFill>
                <a:latin typeface="Arial"/>
                <a:ea typeface="Arial"/>
                <a:cs typeface="Arial"/>
              </a:defRPr>
            </a:lvl3pPr>
            <a:lvl4pPr algn="ctr">
              <a:defRPr sz="1500" b="0">
                <a:solidFill>
                  <a:srgbClr val="5F7483"/>
                </a:solidFill>
                <a:latin typeface="Arial"/>
                <a:ea typeface="Arial"/>
                <a:cs typeface="Arial"/>
              </a:defRPr>
            </a:lvl4pPr>
            <a:lvl5pPr algn="ctr">
              <a:defRPr sz="1500" b="0">
                <a:solidFill>
                  <a:srgbClr val="5F7483"/>
                </a:solidFill>
                <a:latin typeface="Arial"/>
                <a:ea typeface="Arial"/>
                <a:cs typeface="Arial"/>
              </a:defRPr>
            </a:lvl5pPr>
            <a:lvl6pPr algn="ctr">
              <a:defRPr sz="1500" b="0">
                <a:solidFill>
                  <a:srgbClr val="5F7483"/>
                </a:solidFill>
                <a:latin typeface="Arial"/>
                <a:ea typeface="Arial"/>
                <a:cs typeface="Arial"/>
              </a:defRPr>
            </a:lvl6pPr>
            <a:lvl7pPr algn="ctr">
              <a:defRPr sz="1500" b="0">
                <a:solidFill>
                  <a:srgbClr val="5F7483"/>
                </a:solidFill>
                <a:latin typeface="Arial"/>
                <a:ea typeface="Arial"/>
                <a:cs typeface="Arial"/>
              </a:defRPr>
            </a:lvl7pPr>
            <a:lvl8pPr algn="ctr">
              <a:defRPr sz="1500" b="0">
                <a:solidFill>
                  <a:srgbClr val="5F7483"/>
                </a:solidFill>
                <a:latin typeface="Arial"/>
                <a:ea typeface="Arial"/>
                <a:cs typeface="Arial"/>
              </a:defRPr>
            </a:lvl8pPr>
            <a:lvl9pPr algn="ctr">
              <a:defRPr sz="1500" b="0">
                <a:solidFill>
                  <a:srgbClr val="5F7483"/>
                </a:solidFill>
                <a:latin typeface="Arial"/>
                <a:ea typeface="Arial"/>
                <a:cs typeface="Arial"/>
              </a:defRPr>
            </a:lvl9pPr>
          </a:lstStyle>
          <a:p xmlns:a="http://schemas.openxmlformats.org/drawingml/2006/main">
            <a:pPr algn="ctr">
              <a:lnSpc>
                <a:spcPct val="108000"/>
              </a:lnSpc>
              <a:buNone/>
              <a:defRPr sz="1500" b="0">
                <a:solidFill>
                  <a:srgbClr val="5F7483"/>
                </a:solidFill>
                <a:latin typeface="Arial"/>
                <a:ea typeface="Arial"/>
                <a:cs typeface="Arial"/>
              </a:defRPr>
            </a:pPr>
            <a:r>
              <a:rPr sz="1500" b="0">
                <a:solidFill>
                  <a:srgbClr val="5F7483"/>
                </a:solidFill>
                <a:latin typeface="Arial"/>
                <a:ea typeface="Arial"/>
                <a:cs typeface="Arial"/>
              </a:rPr>
              <a:t>One vector per protein</a:t>
            </a:r>
          </a:p>
        </p:txBody>
      </p:sp>
      <p:sp>
        <p:nvSpPr>
          <p:cNvPr id="11" name="">
            <a:extLst xmlns:a="http://schemas.openxmlformats.org/drawingml/2006/main">
              <a:ext uri="{FF2B5EF4-FFF2-40B4-BE49-F238E27FC236}">
                <a16:creationId xmlns:a16="http://schemas.microsoft.com/office/drawing/2014/main" id="{759DA9F2-1A1D-4338-A16E-5B01B85F9D5E}"/>
              </a:ext>
            </a:extLst>
          </p:cNvPr>
          <p:cNvSpPr>
            <a:spLocks xmlns:a="http://schemas.openxmlformats.org/drawingml/2006/main" noGrp="1"/>
          </p:cNvSpPr>
          <p:nvPr/>
        </p:nvSpPr>
        <p:spPr>
          <a:xfrm xmlns:a="http://schemas.openxmlformats.org/drawingml/2006/main">
            <a:off x="7810500" y="1695450"/>
            <a:ext cx="857250" cy="438150"/>
          </a:xfrm>
          <a:prstGeom xmlns:a="http://schemas.openxmlformats.org/drawingml/2006/main" prst="rightArrow">
            <a:avLst/>
          </a:prstGeom>
          <a:solidFill xmlns:a="http://schemas.openxmlformats.org/drawingml/2006/main">
            <a:srgbClr val="1E7A7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B3228F5-A62D-49FF-92EC-8DDCDD800E61}"/>
              </a:ext>
            </a:extLst>
          </p:cNvPr>
          <p:cNvSpPr>
            <a:spLocks xmlns:a="http://schemas.openxmlformats.org/drawingml/2006/main" noGrp="1"/>
          </p:cNvSpPr>
          <p:nvPr/>
        </p:nvSpPr>
        <p:spPr>
          <a:xfrm xmlns:a="http://schemas.openxmlformats.org/drawingml/2006/main">
            <a:off x="8763000" y="161925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75" b="1">
                <a:solidFill>
                  <a:srgbClr val="12304A"/>
                </a:solidFill>
                <a:latin typeface="Arial"/>
                <a:ea typeface="Arial"/>
                <a:cs typeface="Arial"/>
              </a:defRPr>
            </a:defPPr>
            <a:lvl1pPr algn="ctr">
              <a:defRPr sz="1875" b="1">
                <a:solidFill>
                  <a:srgbClr val="12304A"/>
                </a:solidFill>
                <a:latin typeface="Arial"/>
                <a:ea typeface="Arial"/>
                <a:cs typeface="Arial"/>
              </a:defRPr>
            </a:lvl1pPr>
            <a:lvl2pPr algn="ctr">
              <a:defRPr sz="1875" b="1">
                <a:solidFill>
                  <a:srgbClr val="12304A"/>
                </a:solidFill>
                <a:latin typeface="Arial"/>
                <a:ea typeface="Arial"/>
                <a:cs typeface="Arial"/>
              </a:defRPr>
            </a:lvl2pPr>
            <a:lvl3pPr algn="ctr">
              <a:defRPr sz="1875" b="1">
                <a:solidFill>
                  <a:srgbClr val="12304A"/>
                </a:solidFill>
                <a:latin typeface="Arial"/>
                <a:ea typeface="Arial"/>
                <a:cs typeface="Arial"/>
              </a:defRPr>
            </a:lvl3pPr>
            <a:lvl4pPr algn="ctr">
              <a:defRPr sz="1875" b="1">
                <a:solidFill>
                  <a:srgbClr val="12304A"/>
                </a:solidFill>
                <a:latin typeface="Arial"/>
                <a:ea typeface="Arial"/>
                <a:cs typeface="Arial"/>
              </a:defRPr>
            </a:lvl4pPr>
            <a:lvl5pPr algn="ctr">
              <a:defRPr sz="1875" b="1">
                <a:solidFill>
                  <a:srgbClr val="12304A"/>
                </a:solidFill>
                <a:latin typeface="Arial"/>
                <a:ea typeface="Arial"/>
                <a:cs typeface="Arial"/>
              </a:defRPr>
            </a:lvl5pPr>
            <a:lvl6pPr algn="ctr">
              <a:defRPr sz="1875" b="1">
                <a:solidFill>
                  <a:srgbClr val="12304A"/>
                </a:solidFill>
                <a:latin typeface="Arial"/>
                <a:ea typeface="Arial"/>
                <a:cs typeface="Arial"/>
              </a:defRPr>
            </a:lvl6pPr>
            <a:lvl7pPr algn="ctr">
              <a:defRPr sz="1875" b="1">
                <a:solidFill>
                  <a:srgbClr val="12304A"/>
                </a:solidFill>
                <a:latin typeface="Arial"/>
                <a:ea typeface="Arial"/>
                <a:cs typeface="Arial"/>
              </a:defRPr>
            </a:lvl7pPr>
            <a:lvl8pPr algn="ctr">
              <a:defRPr sz="1875" b="1">
                <a:solidFill>
                  <a:srgbClr val="12304A"/>
                </a:solidFill>
                <a:latin typeface="Arial"/>
                <a:ea typeface="Arial"/>
                <a:cs typeface="Arial"/>
              </a:defRPr>
            </a:lvl8pPr>
            <a:lvl9pPr algn="ctr">
              <a:defRPr sz="1875" b="1">
                <a:solidFill>
                  <a:srgbClr val="12304A"/>
                </a:solidFill>
                <a:latin typeface="Arial"/>
                <a:ea typeface="Arial"/>
                <a:cs typeface="Arial"/>
              </a:defRPr>
            </a:lvl9pPr>
          </a:lstStyle>
          <a:p xmlns:a="http://schemas.openxmlformats.org/drawingml/2006/main">
            <a:pPr algn="ctr">
              <a:lnSpc>
                <a:spcPct val="108000"/>
              </a:lnSpc>
              <a:buNone/>
              <a:defRPr sz="1875" b="1">
                <a:solidFill>
                  <a:srgbClr val="12304A"/>
                </a:solidFill>
                <a:latin typeface="Arial"/>
                <a:ea typeface="Arial"/>
                <a:cs typeface="Arial"/>
              </a:defRPr>
            </a:pPr>
            <a:r>
              <a:rPr sz="1875" b="1">
                <a:solidFill>
                  <a:srgbClr val="12304A"/>
                </a:solidFill>
                <a:latin typeface="Arial"/>
                <a:ea typeface="Arial"/>
                <a:cs typeface="Arial"/>
              </a:rPr>
              <a:t>Logistic regression</a:t>
            </a:r>
          </a:p>
        </p:txBody>
      </p:sp>
      <p:sp>
        <p:nvSpPr>
          <p:cNvPr id="13" name="">
            <a:extLst xmlns:a="http://schemas.openxmlformats.org/drawingml/2006/main">
              <a:ext uri="{FF2B5EF4-FFF2-40B4-BE49-F238E27FC236}">
                <a16:creationId xmlns:a16="http://schemas.microsoft.com/office/drawing/2014/main" id="{33E0AD3C-A3D2-4A7E-9B09-7357F150D2C8}"/>
              </a:ext>
            </a:extLst>
          </p:cNvPr>
          <p:cNvSpPr>
            <a:spLocks xmlns:a="http://schemas.openxmlformats.org/drawingml/2006/main" noGrp="1"/>
          </p:cNvSpPr>
          <p:nvPr/>
        </p:nvSpPr>
        <p:spPr>
          <a:xfrm xmlns:a="http://schemas.openxmlformats.org/drawingml/2006/main">
            <a:off x="8763000" y="2143125"/>
            <a:ext cx="266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00" b="0">
                <a:solidFill>
                  <a:srgbClr val="5F7483"/>
                </a:solidFill>
                <a:latin typeface="Arial"/>
                <a:ea typeface="Arial"/>
                <a:cs typeface="Arial"/>
              </a:defRPr>
            </a:defPPr>
            <a:lvl1pPr algn="ctr">
              <a:defRPr sz="1500" b="0">
                <a:solidFill>
                  <a:srgbClr val="5F7483"/>
                </a:solidFill>
                <a:latin typeface="Arial"/>
                <a:ea typeface="Arial"/>
                <a:cs typeface="Arial"/>
              </a:defRPr>
            </a:lvl1pPr>
            <a:lvl2pPr algn="ctr">
              <a:defRPr sz="1500" b="0">
                <a:solidFill>
                  <a:srgbClr val="5F7483"/>
                </a:solidFill>
                <a:latin typeface="Arial"/>
                <a:ea typeface="Arial"/>
                <a:cs typeface="Arial"/>
              </a:defRPr>
            </a:lvl2pPr>
            <a:lvl3pPr algn="ctr">
              <a:defRPr sz="1500" b="0">
                <a:solidFill>
                  <a:srgbClr val="5F7483"/>
                </a:solidFill>
                <a:latin typeface="Arial"/>
                <a:ea typeface="Arial"/>
                <a:cs typeface="Arial"/>
              </a:defRPr>
            </a:lvl3pPr>
            <a:lvl4pPr algn="ctr">
              <a:defRPr sz="1500" b="0">
                <a:solidFill>
                  <a:srgbClr val="5F7483"/>
                </a:solidFill>
                <a:latin typeface="Arial"/>
                <a:ea typeface="Arial"/>
                <a:cs typeface="Arial"/>
              </a:defRPr>
            </a:lvl4pPr>
            <a:lvl5pPr algn="ctr">
              <a:defRPr sz="1500" b="0">
                <a:solidFill>
                  <a:srgbClr val="5F7483"/>
                </a:solidFill>
                <a:latin typeface="Arial"/>
                <a:ea typeface="Arial"/>
                <a:cs typeface="Arial"/>
              </a:defRPr>
            </a:lvl5pPr>
            <a:lvl6pPr algn="ctr">
              <a:defRPr sz="1500" b="0">
                <a:solidFill>
                  <a:srgbClr val="5F7483"/>
                </a:solidFill>
                <a:latin typeface="Arial"/>
                <a:ea typeface="Arial"/>
                <a:cs typeface="Arial"/>
              </a:defRPr>
            </a:lvl6pPr>
            <a:lvl7pPr algn="ctr">
              <a:defRPr sz="1500" b="0">
                <a:solidFill>
                  <a:srgbClr val="5F7483"/>
                </a:solidFill>
                <a:latin typeface="Arial"/>
                <a:ea typeface="Arial"/>
                <a:cs typeface="Arial"/>
              </a:defRPr>
            </a:lvl7pPr>
            <a:lvl8pPr algn="ctr">
              <a:defRPr sz="1500" b="0">
                <a:solidFill>
                  <a:srgbClr val="5F7483"/>
                </a:solidFill>
                <a:latin typeface="Arial"/>
                <a:ea typeface="Arial"/>
                <a:cs typeface="Arial"/>
              </a:defRPr>
            </a:lvl8pPr>
            <a:lvl9pPr algn="ctr">
              <a:defRPr sz="1500" b="0">
                <a:solidFill>
                  <a:srgbClr val="5F7483"/>
                </a:solidFill>
                <a:latin typeface="Arial"/>
                <a:ea typeface="Arial"/>
                <a:cs typeface="Arial"/>
              </a:defRPr>
            </a:lvl9pPr>
          </a:lstStyle>
          <a:p xmlns:a="http://schemas.openxmlformats.org/drawingml/2006/main">
            <a:pPr algn="ctr">
              <a:lnSpc>
                <a:spcPct val="108000"/>
              </a:lnSpc>
              <a:buNone/>
              <a:defRPr sz="1500" b="0">
                <a:solidFill>
                  <a:srgbClr val="5F7483"/>
                </a:solidFill>
                <a:latin typeface="Arial"/>
                <a:ea typeface="Arial"/>
                <a:cs typeface="Arial"/>
              </a:defRPr>
            </a:pPr>
            <a:r>
              <a:rPr sz="1500" b="0">
                <a:solidFill>
                  <a:srgbClr val="5F7483"/>
                </a:solidFill>
                <a:latin typeface="Arial"/>
                <a:ea typeface="Arial"/>
                <a:cs typeface="Arial"/>
              </a:rPr>
              <a:t>Regularized classifier</a:t>
            </a:r>
          </a:p>
        </p:txBody>
      </p:sp>
      <p:sp>
        <p:nvSpPr>
          <p:cNvPr id="14" name="">
            <a:extLst xmlns:a="http://schemas.openxmlformats.org/drawingml/2006/main">
              <a:ext uri="{FF2B5EF4-FFF2-40B4-BE49-F238E27FC236}">
                <a16:creationId xmlns:a16="http://schemas.microsoft.com/office/drawing/2014/main" id="{F9F23B19-7C24-4A83-A1B8-402716DC2785}"/>
              </a:ext>
            </a:extLst>
          </p:cNvPr>
          <p:cNvSpPr>
            <a:spLocks xmlns:a="http://schemas.openxmlformats.org/drawingml/2006/main" noGrp="1"/>
          </p:cNvSpPr>
          <p:nvPr/>
        </p:nvSpPr>
        <p:spPr>
          <a:xfrm xmlns:a="http://schemas.openxmlformats.org/drawingml/2006/main">
            <a:off x="685800" y="2952750"/>
            <a:ext cx="10668000" cy="9525"/>
          </a:xfrm>
          <a:prstGeom xmlns:a="http://schemas.openxmlformats.org/drawingml/2006/main" prst="line">
            <a:avLst/>
          </a:prstGeom>
          <a:solidFill xmlns:a="http://schemas.openxmlformats.org/drawingml/2006/main">
            <a:srgbClr val="D7E1E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328C50D-A23C-4DDB-B057-06758718F801}"/>
              </a:ext>
            </a:extLst>
          </p:cNvPr>
          <p:cNvSpPr>
            <a:spLocks xmlns:a="http://schemas.openxmlformats.org/drawingml/2006/main" noGrp="1"/>
          </p:cNvSpPr>
          <p:nvPr/>
        </p:nvSpPr>
        <p:spPr>
          <a:xfrm xmlns:a="http://schemas.openxmlformats.org/drawingml/2006/main">
            <a:off x="685800" y="33528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E7A78"/>
                </a:solidFill>
                <a:latin typeface="Arial"/>
                <a:ea typeface="Arial"/>
                <a:cs typeface="Arial"/>
              </a:defRPr>
            </a:defPPr>
            <a:lvl1pPr algn="l">
              <a:defRPr sz="1725" b="1">
                <a:solidFill>
                  <a:srgbClr val="1E7A78"/>
                </a:solidFill>
                <a:latin typeface="Arial"/>
                <a:ea typeface="Arial"/>
                <a:cs typeface="Arial"/>
              </a:defRPr>
            </a:lvl1pPr>
            <a:lvl2pPr algn="l">
              <a:defRPr sz="1725" b="1">
                <a:solidFill>
                  <a:srgbClr val="1E7A78"/>
                </a:solidFill>
                <a:latin typeface="Arial"/>
                <a:ea typeface="Arial"/>
                <a:cs typeface="Arial"/>
              </a:defRPr>
            </a:lvl2pPr>
            <a:lvl3pPr algn="l">
              <a:defRPr sz="1725" b="1">
                <a:solidFill>
                  <a:srgbClr val="1E7A78"/>
                </a:solidFill>
                <a:latin typeface="Arial"/>
                <a:ea typeface="Arial"/>
                <a:cs typeface="Arial"/>
              </a:defRPr>
            </a:lvl3pPr>
            <a:lvl4pPr algn="l">
              <a:defRPr sz="1725" b="1">
                <a:solidFill>
                  <a:srgbClr val="1E7A78"/>
                </a:solidFill>
                <a:latin typeface="Arial"/>
                <a:ea typeface="Arial"/>
                <a:cs typeface="Arial"/>
              </a:defRPr>
            </a:lvl4pPr>
            <a:lvl5pPr algn="l">
              <a:defRPr sz="1725" b="1">
                <a:solidFill>
                  <a:srgbClr val="1E7A78"/>
                </a:solidFill>
                <a:latin typeface="Arial"/>
                <a:ea typeface="Arial"/>
                <a:cs typeface="Arial"/>
              </a:defRPr>
            </a:lvl5pPr>
            <a:lvl6pPr algn="l">
              <a:defRPr sz="1725" b="1">
                <a:solidFill>
                  <a:srgbClr val="1E7A78"/>
                </a:solidFill>
                <a:latin typeface="Arial"/>
                <a:ea typeface="Arial"/>
                <a:cs typeface="Arial"/>
              </a:defRPr>
            </a:lvl6pPr>
            <a:lvl7pPr algn="l">
              <a:defRPr sz="1725" b="1">
                <a:solidFill>
                  <a:srgbClr val="1E7A78"/>
                </a:solidFill>
                <a:latin typeface="Arial"/>
                <a:ea typeface="Arial"/>
                <a:cs typeface="Arial"/>
              </a:defRPr>
            </a:lvl7pPr>
            <a:lvl8pPr algn="l">
              <a:defRPr sz="1725" b="1">
                <a:solidFill>
                  <a:srgbClr val="1E7A78"/>
                </a:solidFill>
                <a:latin typeface="Arial"/>
                <a:ea typeface="Arial"/>
                <a:cs typeface="Arial"/>
              </a:defRPr>
            </a:lvl8pPr>
            <a:lvl9pPr algn="l">
              <a:defRPr sz="1725" b="1">
                <a:solidFill>
                  <a:srgbClr val="1E7A78"/>
                </a:solidFill>
                <a:latin typeface="Arial"/>
                <a:ea typeface="Arial"/>
                <a:cs typeface="Arial"/>
              </a:defRPr>
            </a:lvl9pPr>
          </a:lstStyle>
          <a:p xmlns:a="http://schemas.openxmlformats.org/drawingml/2006/main">
            <a:pPr algn="l">
              <a:lnSpc>
                <a:spcPct val="108000"/>
              </a:lnSpc>
              <a:buNone/>
              <a:defRPr sz="1725" b="1">
                <a:solidFill>
                  <a:srgbClr val="1E7A78"/>
                </a:solidFill>
                <a:latin typeface="Arial"/>
                <a:ea typeface="Arial"/>
                <a:cs typeface="Arial"/>
              </a:defRPr>
            </a:pPr>
            <a:r>
              <a:rPr sz="1725" b="1">
                <a:solidFill>
                  <a:srgbClr val="1E7A78"/>
                </a:solidFill>
                <a:latin typeface="Arial"/>
                <a:ea typeface="Arial"/>
                <a:cs typeface="Arial"/>
              </a:rPr>
              <a:t>Evaluation plan</a:t>
            </a:r>
          </a:p>
        </p:txBody>
      </p:sp>
      <p:sp>
        <p:nvSpPr>
          <p:cNvPr id="16" name="">
            <a:extLst xmlns:a="http://schemas.openxmlformats.org/drawingml/2006/main">
              <a:ext uri="{FF2B5EF4-FFF2-40B4-BE49-F238E27FC236}">
                <a16:creationId xmlns:a16="http://schemas.microsoft.com/office/drawing/2014/main" id="{4867A532-5F03-468C-A325-073D4CB4A8AF}"/>
              </a:ext>
            </a:extLst>
          </p:cNvPr>
          <p:cNvSpPr>
            <a:spLocks xmlns:a="http://schemas.openxmlformats.org/drawingml/2006/main" noGrp="1"/>
          </p:cNvSpPr>
          <p:nvPr/>
        </p:nvSpPr>
        <p:spPr>
          <a:xfrm xmlns:a="http://schemas.openxmlformats.org/drawingml/2006/main">
            <a:off x="3524250" y="3314700"/>
            <a:ext cx="7620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8354B"/>
                </a:solidFill>
                <a:latin typeface="Arial"/>
                <a:ea typeface="Arial"/>
                <a:cs typeface="Arial"/>
              </a:defRPr>
            </a:defPPr>
            <a:lvl1pPr algn="l">
              <a:defRPr sz="1650" b="0">
                <a:solidFill>
                  <a:srgbClr val="18354B"/>
                </a:solidFill>
                <a:latin typeface="Arial"/>
                <a:ea typeface="Arial"/>
                <a:cs typeface="Arial"/>
              </a:defRPr>
            </a:lvl1pPr>
            <a:lvl2pPr algn="l">
              <a:defRPr sz="1650" b="0">
                <a:solidFill>
                  <a:srgbClr val="18354B"/>
                </a:solidFill>
                <a:latin typeface="Arial"/>
                <a:ea typeface="Arial"/>
                <a:cs typeface="Arial"/>
              </a:defRPr>
            </a:lvl2pPr>
            <a:lvl3pPr algn="l">
              <a:defRPr sz="1650" b="0">
                <a:solidFill>
                  <a:srgbClr val="18354B"/>
                </a:solidFill>
                <a:latin typeface="Arial"/>
                <a:ea typeface="Arial"/>
                <a:cs typeface="Arial"/>
              </a:defRPr>
            </a:lvl3pPr>
            <a:lvl4pPr algn="l">
              <a:defRPr sz="1650" b="0">
                <a:solidFill>
                  <a:srgbClr val="18354B"/>
                </a:solidFill>
                <a:latin typeface="Arial"/>
                <a:ea typeface="Arial"/>
                <a:cs typeface="Arial"/>
              </a:defRPr>
            </a:lvl4pPr>
            <a:lvl5pPr algn="l">
              <a:defRPr sz="1650" b="0">
                <a:solidFill>
                  <a:srgbClr val="18354B"/>
                </a:solidFill>
                <a:latin typeface="Arial"/>
                <a:ea typeface="Arial"/>
                <a:cs typeface="Arial"/>
              </a:defRPr>
            </a:lvl5pPr>
            <a:lvl6pPr algn="l">
              <a:defRPr sz="1650" b="0">
                <a:solidFill>
                  <a:srgbClr val="18354B"/>
                </a:solidFill>
                <a:latin typeface="Arial"/>
                <a:ea typeface="Arial"/>
                <a:cs typeface="Arial"/>
              </a:defRPr>
            </a:lvl6pPr>
            <a:lvl7pPr algn="l">
              <a:defRPr sz="1650" b="0">
                <a:solidFill>
                  <a:srgbClr val="18354B"/>
                </a:solidFill>
                <a:latin typeface="Arial"/>
                <a:ea typeface="Arial"/>
                <a:cs typeface="Arial"/>
              </a:defRPr>
            </a:lvl7pPr>
            <a:lvl8pPr algn="l">
              <a:defRPr sz="1650" b="0">
                <a:solidFill>
                  <a:srgbClr val="18354B"/>
                </a:solidFill>
                <a:latin typeface="Arial"/>
                <a:ea typeface="Arial"/>
                <a:cs typeface="Arial"/>
              </a:defRPr>
            </a:lvl8pPr>
            <a:lvl9pPr algn="l">
              <a:defRPr sz="1650" b="0">
                <a:solidFill>
                  <a:srgbClr val="18354B"/>
                </a:solidFill>
                <a:latin typeface="Arial"/>
                <a:ea typeface="Arial"/>
                <a:cs typeface="Arial"/>
              </a:defRPr>
            </a:lvl9pPr>
          </a:lstStyle>
          <a:p xmlns:a="http://schemas.openxmlformats.org/drawingml/2006/main">
            <a:pPr algn="l">
              <a:lnSpc>
                <a:spcPct val="108000"/>
              </a:lnSpc>
              <a:buNone/>
              <a:defRPr sz="1650" b="0">
                <a:solidFill>
                  <a:srgbClr val="18354B"/>
                </a:solidFill>
                <a:latin typeface="Arial"/>
                <a:ea typeface="Arial"/>
                <a:cs typeface="Arial"/>
              </a:defRPr>
            </a:pPr>
            <a:r>
              <a:rPr sz="1650" b="0">
                <a:solidFill>
                  <a:srgbClr val="18354B"/>
                </a:solidFill>
                <a:latin typeface="Arial"/>
                <a:ea typeface="Arial"/>
                <a:cs typeface="Arial"/>
              </a:rPr>
              <a:t>Group similar sequences before splitting. Keep each group in one split.</a:t>
            </a:r>
          </a:p>
        </p:txBody>
      </p:sp>
      <p:sp>
        <p:nvSpPr>
          <p:cNvPr id="17" name="">
            <a:extLst xmlns:a="http://schemas.openxmlformats.org/drawingml/2006/main">
              <a:ext uri="{FF2B5EF4-FFF2-40B4-BE49-F238E27FC236}">
                <a16:creationId xmlns:a16="http://schemas.microsoft.com/office/drawing/2014/main" id="{2C51F247-53DC-4479-AC41-AA9BDC474087}"/>
              </a:ext>
            </a:extLst>
          </p:cNvPr>
          <p:cNvSpPr>
            <a:spLocks xmlns:a="http://schemas.openxmlformats.org/drawingml/2006/main" noGrp="1"/>
          </p:cNvSpPr>
          <p:nvPr/>
        </p:nvSpPr>
        <p:spPr>
          <a:xfrm xmlns:a="http://schemas.openxmlformats.org/drawingml/2006/main">
            <a:off x="685800" y="40481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8354B"/>
                </a:solidFill>
                <a:latin typeface="Arial"/>
                <a:ea typeface="Arial"/>
                <a:cs typeface="Arial"/>
              </a:defRPr>
            </a:defPPr>
            <a:lvl1pPr algn="l">
              <a:defRPr sz="1650" b="0">
                <a:solidFill>
                  <a:srgbClr val="18354B"/>
                </a:solidFill>
                <a:latin typeface="Arial"/>
                <a:ea typeface="Arial"/>
                <a:cs typeface="Arial"/>
              </a:defRPr>
            </a:lvl1pPr>
            <a:lvl2pPr algn="l">
              <a:defRPr sz="1650" b="0">
                <a:solidFill>
                  <a:srgbClr val="18354B"/>
                </a:solidFill>
                <a:latin typeface="Arial"/>
                <a:ea typeface="Arial"/>
                <a:cs typeface="Arial"/>
              </a:defRPr>
            </a:lvl2pPr>
            <a:lvl3pPr algn="l">
              <a:defRPr sz="1650" b="0">
                <a:solidFill>
                  <a:srgbClr val="18354B"/>
                </a:solidFill>
                <a:latin typeface="Arial"/>
                <a:ea typeface="Arial"/>
                <a:cs typeface="Arial"/>
              </a:defRPr>
            </a:lvl3pPr>
            <a:lvl4pPr algn="l">
              <a:defRPr sz="1650" b="0">
                <a:solidFill>
                  <a:srgbClr val="18354B"/>
                </a:solidFill>
                <a:latin typeface="Arial"/>
                <a:ea typeface="Arial"/>
                <a:cs typeface="Arial"/>
              </a:defRPr>
            </a:lvl4pPr>
            <a:lvl5pPr algn="l">
              <a:defRPr sz="1650" b="0">
                <a:solidFill>
                  <a:srgbClr val="18354B"/>
                </a:solidFill>
                <a:latin typeface="Arial"/>
                <a:ea typeface="Arial"/>
                <a:cs typeface="Arial"/>
              </a:defRPr>
            </a:lvl5pPr>
            <a:lvl6pPr algn="l">
              <a:defRPr sz="1650" b="0">
                <a:solidFill>
                  <a:srgbClr val="18354B"/>
                </a:solidFill>
                <a:latin typeface="Arial"/>
                <a:ea typeface="Arial"/>
                <a:cs typeface="Arial"/>
              </a:defRPr>
            </a:lvl6pPr>
            <a:lvl7pPr algn="l">
              <a:defRPr sz="1650" b="0">
                <a:solidFill>
                  <a:srgbClr val="18354B"/>
                </a:solidFill>
                <a:latin typeface="Arial"/>
                <a:ea typeface="Arial"/>
                <a:cs typeface="Arial"/>
              </a:defRPr>
            </a:lvl7pPr>
            <a:lvl8pPr algn="l">
              <a:defRPr sz="1650" b="0">
                <a:solidFill>
                  <a:srgbClr val="18354B"/>
                </a:solidFill>
                <a:latin typeface="Arial"/>
                <a:ea typeface="Arial"/>
                <a:cs typeface="Arial"/>
              </a:defRPr>
            </a:lvl8pPr>
            <a:lvl9pPr algn="l">
              <a:defRPr sz="1650" b="0">
                <a:solidFill>
                  <a:srgbClr val="18354B"/>
                </a:solidFill>
                <a:latin typeface="Arial"/>
                <a:ea typeface="Arial"/>
                <a:cs typeface="Arial"/>
              </a:defRPr>
            </a:lvl9pPr>
          </a:lstStyle>
          <a:p xmlns:a="http://schemas.openxmlformats.org/drawingml/2006/main">
            <a:pPr algn="l">
              <a:lnSpc>
                <a:spcPct val="108000"/>
              </a:lnSpc>
              <a:buNone/>
              <a:defRPr sz="1650" b="0">
                <a:solidFill>
                  <a:srgbClr val="18354B"/>
                </a:solidFill>
                <a:latin typeface="Arial"/>
                <a:ea typeface="Arial"/>
                <a:cs typeface="Arial"/>
              </a:defRPr>
            </a:pPr>
            <a:r>
              <a:rPr sz="1650" b="0">
                <a:solidFill>
                  <a:srgbClr val="18354B"/>
                </a:solidFill>
                <a:latin typeface="Arial"/>
                <a:ea typeface="Arial"/>
                <a:cs typeface="Arial"/>
              </a:rPr>
              <a:t>Train on training data; choose settings on validation data; report the test set once.</a:t>
            </a:r>
          </a:p>
        </p:txBody>
      </p:sp>
      <p:sp>
        <p:nvSpPr>
          <p:cNvPr id="18" name="">
            <a:extLst xmlns:a="http://schemas.openxmlformats.org/drawingml/2006/main">
              <a:ext uri="{FF2B5EF4-FFF2-40B4-BE49-F238E27FC236}">
                <a16:creationId xmlns:a16="http://schemas.microsoft.com/office/drawing/2014/main" id="{84C23A21-BE35-40B2-B285-6E62E5ECDDDE}"/>
              </a:ext>
            </a:extLst>
          </p:cNvPr>
          <p:cNvSpPr>
            <a:spLocks xmlns:a="http://schemas.openxmlformats.org/drawingml/2006/main" noGrp="1"/>
          </p:cNvSpPr>
          <p:nvPr/>
        </p:nvSpPr>
        <p:spPr>
          <a:xfrm xmlns:a="http://schemas.openxmlformats.org/drawingml/2006/main">
            <a:off x="685800" y="47625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8354B"/>
                </a:solidFill>
                <a:latin typeface="Arial"/>
                <a:ea typeface="Arial"/>
                <a:cs typeface="Arial"/>
              </a:defRPr>
            </a:defPPr>
            <a:lvl1pPr algn="l">
              <a:defRPr sz="1650" b="0">
                <a:solidFill>
                  <a:srgbClr val="18354B"/>
                </a:solidFill>
                <a:latin typeface="Arial"/>
                <a:ea typeface="Arial"/>
                <a:cs typeface="Arial"/>
              </a:defRPr>
            </a:lvl1pPr>
            <a:lvl2pPr algn="l">
              <a:defRPr sz="1650" b="0">
                <a:solidFill>
                  <a:srgbClr val="18354B"/>
                </a:solidFill>
                <a:latin typeface="Arial"/>
                <a:ea typeface="Arial"/>
                <a:cs typeface="Arial"/>
              </a:defRPr>
            </a:lvl2pPr>
            <a:lvl3pPr algn="l">
              <a:defRPr sz="1650" b="0">
                <a:solidFill>
                  <a:srgbClr val="18354B"/>
                </a:solidFill>
                <a:latin typeface="Arial"/>
                <a:ea typeface="Arial"/>
                <a:cs typeface="Arial"/>
              </a:defRPr>
            </a:lvl3pPr>
            <a:lvl4pPr algn="l">
              <a:defRPr sz="1650" b="0">
                <a:solidFill>
                  <a:srgbClr val="18354B"/>
                </a:solidFill>
                <a:latin typeface="Arial"/>
                <a:ea typeface="Arial"/>
                <a:cs typeface="Arial"/>
              </a:defRPr>
            </a:lvl4pPr>
            <a:lvl5pPr algn="l">
              <a:defRPr sz="1650" b="0">
                <a:solidFill>
                  <a:srgbClr val="18354B"/>
                </a:solidFill>
                <a:latin typeface="Arial"/>
                <a:ea typeface="Arial"/>
                <a:cs typeface="Arial"/>
              </a:defRPr>
            </a:lvl5pPr>
            <a:lvl6pPr algn="l">
              <a:defRPr sz="1650" b="0">
                <a:solidFill>
                  <a:srgbClr val="18354B"/>
                </a:solidFill>
                <a:latin typeface="Arial"/>
                <a:ea typeface="Arial"/>
                <a:cs typeface="Arial"/>
              </a:defRPr>
            </a:lvl6pPr>
            <a:lvl7pPr algn="l">
              <a:defRPr sz="1650" b="0">
                <a:solidFill>
                  <a:srgbClr val="18354B"/>
                </a:solidFill>
                <a:latin typeface="Arial"/>
                <a:ea typeface="Arial"/>
                <a:cs typeface="Arial"/>
              </a:defRPr>
            </a:lvl7pPr>
            <a:lvl8pPr algn="l">
              <a:defRPr sz="1650" b="0">
                <a:solidFill>
                  <a:srgbClr val="18354B"/>
                </a:solidFill>
                <a:latin typeface="Arial"/>
                <a:ea typeface="Arial"/>
                <a:cs typeface="Arial"/>
              </a:defRPr>
            </a:lvl8pPr>
            <a:lvl9pPr algn="l">
              <a:defRPr sz="1650" b="0">
                <a:solidFill>
                  <a:srgbClr val="18354B"/>
                </a:solidFill>
                <a:latin typeface="Arial"/>
                <a:ea typeface="Arial"/>
                <a:cs typeface="Arial"/>
              </a:defRPr>
            </a:lvl9pPr>
          </a:lstStyle>
          <a:p xmlns:a="http://schemas.openxmlformats.org/drawingml/2006/main">
            <a:pPr algn="l">
              <a:lnSpc>
                <a:spcPct val="108000"/>
              </a:lnSpc>
              <a:buNone/>
              <a:defRPr sz="1650" b="0">
                <a:solidFill>
                  <a:srgbClr val="18354B"/>
                </a:solidFill>
                <a:latin typeface="Arial"/>
                <a:ea typeface="Arial"/>
                <a:cs typeface="Arial"/>
              </a:defRPr>
            </a:pPr>
            <a:r>
              <a:rPr sz="1650" b="0">
                <a:solidFill>
                  <a:srgbClr val="18354B"/>
                </a:solidFill>
                <a:latin typeface="Arial"/>
                <a:ea typeface="Arial"/>
                <a:cs typeface="Arial"/>
              </a:rPr>
              <a:t>Report precision, recall, F1, balanced accuracy, PR-AUC, confusion matrix, and uncertainty.</a:t>
            </a:r>
          </a:p>
        </p:txBody>
      </p:sp>
      <p:sp>
        <p:nvSpPr>
          <p:cNvPr id="19" name="">
            <a:extLst xmlns:a="http://schemas.openxmlformats.org/drawingml/2006/main">
              <a:ext uri="{FF2B5EF4-FFF2-40B4-BE49-F238E27FC236}">
                <a16:creationId xmlns:a16="http://schemas.microsoft.com/office/drawing/2014/main" id="{0B84A4DA-EA3B-4386-B652-C376D0DAA097}"/>
              </a:ext>
            </a:extLst>
          </p:cNvPr>
          <p:cNvSpPr>
            <a:spLocks xmlns:a="http://schemas.openxmlformats.org/drawingml/2006/main" noGrp="1"/>
          </p:cNvSpPr>
          <p:nvPr/>
        </p:nvSpPr>
        <p:spPr>
          <a:xfrm xmlns:a="http://schemas.openxmlformats.org/drawingml/2006/main">
            <a:off x="685800" y="56197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F7483"/>
                </a:solidFill>
                <a:latin typeface="Arial"/>
                <a:ea typeface="Arial"/>
                <a:cs typeface="Arial"/>
              </a:defRPr>
            </a:defPPr>
            <a:lvl1pPr algn="l">
              <a:defRPr sz="1350" b="0">
                <a:solidFill>
                  <a:srgbClr val="5F7483"/>
                </a:solidFill>
                <a:latin typeface="Arial"/>
                <a:ea typeface="Arial"/>
                <a:cs typeface="Arial"/>
              </a:defRPr>
            </a:lvl1pPr>
            <a:lvl2pPr algn="l">
              <a:defRPr sz="1350" b="0">
                <a:solidFill>
                  <a:srgbClr val="5F7483"/>
                </a:solidFill>
                <a:latin typeface="Arial"/>
                <a:ea typeface="Arial"/>
                <a:cs typeface="Arial"/>
              </a:defRPr>
            </a:lvl2pPr>
            <a:lvl3pPr algn="l">
              <a:defRPr sz="1350" b="0">
                <a:solidFill>
                  <a:srgbClr val="5F7483"/>
                </a:solidFill>
                <a:latin typeface="Arial"/>
                <a:ea typeface="Arial"/>
                <a:cs typeface="Arial"/>
              </a:defRPr>
            </a:lvl3pPr>
            <a:lvl4pPr algn="l">
              <a:defRPr sz="1350" b="0">
                <a:solidFill>
                  <a:srgbClr val="5F7483"/>
                </a:solidFill>
                <a:latin typeface="Arial"/>
                <a:ea typeface="Arial"/>
                <a:cs typeface="Arial"/>
              </a:defRPr>
            </a:lvl4pPr>
            <a:lvl5pPr algn="l">
              <a:defRPr sz="1350" b="0">
                <a:solidFill>
                  <a:srgbClr val="5F7483"/>
                </a:solidFill>
                <a:latin typeface="Arial"/>
                <a:ea typeface="Arial"/>
                <a:cs typeface="Arial"/>
              </a:defRPr>
            </a:lvl5pPr>
            <a:lvl6pPr algn="l">
              <a:defRPr sz="1350" b="0">
                <a:solidFill>
                  <a:srgbClr val="5F7483"/>
                </a:solidFill>
                <a:latin typeface="Arial"/>
                <a:ea typeface="Arial"/>
                <a:cs typeface="Arial"/>
              </a:defRPr>
            </a:lvl6pPr>
            <a:lvl7pPr algn="l">
              <a:defRPr sz="1350" b="0">
                <a:solidFill>
                  <a:srgbClr val="5F7483"/>
                </a:solidFill>
                <a:latin typeface="Arial"/>
                <a:ea typeface="Arial"/>
                <a:cs typeface="Arial"/>
              </a:defRPr>
            </a:lvl7pPr>
            <a:lvl8pPr algn="l">
              <a:defRPr sz="1350" b="0">
                <a:solidFill>
                  <a:srgbClr val="5F7483"/>
                </a:solidFill>
                <a:latin typeface="Arial"/>
                <a:ea typeface="Arial"/>
                <a:cs typeface="Arial"/>
              </a:defRPr>
            </a:lvl8pPr>
            <a:lvl9pPr algn="l">
              <a:defRPr sz="1350" b="0">
                <a:solidFill>
                  <a:srgbClr val="5F7483"/>
                </a:solidFill>
                <a:latin typeface="Arial"/>
                <a:ea typeface="Arial"/>
                <a:cs typeface="Arial"/>
              </a:defRPr>
            </a:lvl9pPr>
          </a:lstStyle>
          <a:p xmlns:a="http://schemas.openxmlformats.org/drawingml/2006/main">
            <a:pPr algn="l">
              <a:lnSpc>
                <a:spcPct val="108000"/>
              </a:lnSpc>
              <a:buNone/>
              <a:defRPr sz="1350" b="0">
                <a:solidFill>
                  <a:srgbClr val="5F7483"/>
                </a:solidFill>
                <a:latin typeface="Arial"/>
                <a:ea typeface="Arial"/>
                <a:cs typeface="Arial"/>
              </a:defRPr>
            </a:pPr>
            <a:r>
              <a:rPr sz="1350" b="0">
                <a:solidFill>
                  <a:srgbClr val="5F7483"/>
                </a:solidFill>
                <a:latin typeface="Arial"/>
                <a:ea typeface="Arial"/>
                <a:cs typeface="Arial"/>
              </a:rPr>
              <a:t>No fine-tuning, clinical features, structure features, SMOTE, CNN, or ensemble.</a:t>
            </a:r>
          </a:p>
        </p:txBody>
      </p:sp>
    </p:spTree>
    <p:extLst>
      <p:ext uri="{BB962C8B-B14F-4D97-AF65-F5344CB8AC3E}">
        <p14:creationId xmlns:p14="http://schemas.microsoft.com/office/powerpoint/2010/main" val="19239753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D21F772-0A50-49D5-A493-A244599FFF7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E7A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3868D7D-0857-47A9-BE46-17FF312B0224}"/>
              </a:ext>
            </a:extLst>
          </p:cNvPr>
          <p:cNvSpPr>
            <a:spLocks xmlns:a="http://schemas.openxmlformats.org/drawingml/2006/main" noGrp="1"/>
          </p:cNvSpPr>
          <p:nvPr/>
        </p:nvSpPr>
        <p:spPr>
          <a:xfrm xmlns:a="http://schemas.openxmlformats.org/drawingml/2006/main">
            <a:off x="685800" y="4572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12304A"/>
                </a:solidFill>
                <a:latin typeface="Arial"/>
                <a:ea typeface="Arial"/>
                <a:cs typeface="Arial"/>
              </a:defRPr>
            </a:defPPr>
            <a:lvl1pPr algn="l">
              <a:defRPr sz="2700" b="1">
                <a:solidFill>
                  <a:srgbClr val="12304A"/>
                </a:solidFill>
                <a:latin typeface="Arial"/>
                <a:ea typeface="Arial"/>
                <a:cs typeface="Arial"/>
              </a:defRPr>
            </a:lvl1pPr>
            <a:lvl2pPr algn="l">
              <a:defRPr sz="2700" b="1">
                <a:solidFill>
                  <a:srgbClr val="12304A"/>
                </a:solidFill>
                <a:latin typeface="Arial"/>
                <a:ea typeface="Arial"/>
                <a:cs typeface="Arial"/>
              </a:defRPr>
            </a:lvl2pPr>
            <a:lvl3pPr algn="l">
              <a:defRPr sz="2700" b="1">
                <a:solidFill>
                  <a:srgbClr val="12304A"/>
                </a:solidFill>
                <a:latin typeface="Arial"/>
                <a:ea typeface="Arial"/>
                <a:cs typeface="Arial"/>
              </a:defRPr>
            </a:lvl3pPr>
            <a:lvl4pPr algn="l">
              <a:defRPr sz="2700" b="1">
                <a:solidFill>
                  <a:srgbClr val="12304A"/>
                </a:solidFill>
                <a:latin typeface="Arial"/>
                <a:ea typeface="Arial"/>
                <a:cs typeface="Arial"/>
              </a:defRPr>
            </a:lvl4pPr>
            <a:lvl5pPr algn="l">
              <a:defRPr sz="2700" b="1">
                <a:solidFill>
                  <a:srgbClr val="12304A"/>
                </a:solidFill>
                <a:latin typeface="Arial"/>
                <a:ea typeface="Arial"/>
                <a:cs typeface="Arial"/>
              </a:defRPr>
            </a:lvl5pPr>
            <a:lvl6pPr algn="l">
              <a:defRPr sz="2700" b="1">
                <a:solidFill>
                  <a:srgbClr val="12304A"/>
                </a:solidFill>
                <a:latin typeface="Arial"/>
                <a:ea typeface="Arial"/>
                <a:cs typeface="Arial"/>
              </a:defRPr>
            </a:lvl6pPr>
            <a:lvl7pPr algn="l">
              <a:defRPr sz="2700" b="1">
                <a:solidFill>
                  <a:srgbClr val="12304A"/>
                </a:solidFill>
                <a:latin typeface="Arial"/>
                <a:ea typeface="Arial"/>
                <a:cs typeface="Arial"/>
              </a:defRPr>
            </a:lvl7pPr>
            <a:lvl8pPr algn="l">
              <a:defRPr sz="2700" b="1">
                <a:solidFill>
                  <a:srgbClr val="12304A"/>
                </a:solidFill>
                <a:latin typeface="Arial"/>
                <a:ea typeface="Arial"/>
                <a:cs typeface="Arial"/>
              </a:defRPr>
            </a:lvl8pPr>
            <a:lvl9pPr algn="l">
              <a:defRPr sz="2700" b="1">
                <a:solidFill>
                  <a:srgbClr val="12304A"/>
                </a:solidFill>
                <a:latin typeface="Arial"/>
                <a:ea typeface="Arial"/>
                <a:cs typeface="Arial"/>
              </a:defRPr>
            </a:lvl9pPr>
          </a:lstStyle>
          <a:p xmlns:a="http://schemas.openxmlformats.org/drawingml/2006/main">
            <a:pPr algn="l">
              <a:lnSpc>
                <a:spcPct val="108000"/>
              </a:lnSpc>
              <a:buNone/>
              <a:defRPr sz="2700" b="1">
                <a:solidFill>
                  <a:srgbClr val="12304A"/>
                </a:solidFill>
                <a:latin typeface="Arial"/>
                <a:ea typeface="Arial"/>
                <a:cs typeface="Arial"/>
              </a:defRPr>
            </a:pPr>
            <a:r>
              <a:rPr sz="2700" b="1">
                <a:solidFill>
                  <a:srgbClr val="12304A"/>
                </a:solidFill>
                <a:latin typeface="Arial"/>
                <a:ea typeface="Arial"/>
                <a:cs typeface="Arial"/>
              </a:rPr>
              <a:t>Why training is deferred</a:t>
            </a:r>
          </a:p>
        </p:txBody>
      </p:sp>
      <p:sp>
        <p:nvSpPr>
          <p:cNvPr id="3" name="">
            <a:extLst xmlns:a="http://schemas.openxmlformats.org/drawingml/2006/main">
              <a:ext uri="{FF2B5EF4-FFF2-40B4-BE49-F238E27FC236}">
                <a16:creationId xmlns:a16="http://schemas.microsoft.com/office/drawing/2014/main" id="{67C29EFC-F314-4A27-8105-C8A64C5EA58E}"/>
              </a:ext>
            </a:extLst>
          </p:cNvPr>
          <p:cNvSpPr>
            <a:spLocks xmlns:a="http://schemas.openxmlformats.org/drawingml/2006/main" noGrp="1"/>
          </p:cNvSpPr>
          <p:nvPr/>
        </p:nvSpPr>
        <p:spPr>
          <a:xfrm xmlns:a="http://schemas.openxmlformats.org/drawingml/2006/main">
            <a:off x="685800" y="6191250"/>
            <a:ext cx="10820400" cy="9525"/>
          </a:xfrm>
          <a:prstGeom xmlns:a="http://schemas.openxmlformats.org/drawingml/2006/main" prst="line">
            <a:avLst/>
          </a:prstGeom>
          <a:solidFill xmlns:a="http://schemas.openxmlformats.org/drawingml/2006/main">
            <a:srgbClr val="D7E1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FB579AA-ED1D-4338-B029-7CE8FFE92D6A}"/>
              </a:ext>
            </a:extLst>
          </p:cNvPr>
          <p:cNvSpPr>
            <a:spLocks xmlns:a="http://schemas.openxmlformats.org/drawingml/2006/main" noGrp="1"/>
          </p:cNvSpPr>
          <p:nvPr/>
        </p:nvSpPr>
        <p:spPr>
          <a:xfrm xmlns:a="http://schemas.openxmlformats.org/drawingml/2006/main">
            <a:off x="685800" y="634365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F7483"/>
                </a:solidFill>
                <a:latin typeface="Arial"/>
                <a:ea typeface="Arial"/>
                <a:cs typeface="Arial"/>
              </a:defRPr>
            </a:defPPr>
            <a:lvl1pPr algn="l">
              <a:defRPr sz="975" b="0">
                <a:solidFill>
                  <a:srgbClr val="5F7483"/>
                </a:solidFill>
                <a:latin typeface="Arial"/>
                <a:ea typeface="Arial"/>
                <a:cs typeface="Arial"/>
              </a:defRPr>
            </a:lvl1pPr>
            <a:lvl2pPr algn="l">
              <a:defRPr sz="975" b="0">
                <a:solidFill>
                  <a:srgbClr val="5F7483"/>
                </a:solidFill>
                <a:latin typeface="Arial"/>
                <a:ea typeface="Arial"/>
                <a:cs typeface="Arial"/>
              </a:defRPr>
            </a:lvl2pPr>
            <a:lvl3pPr algn="l">
              <a:defRPr sz="975" b="0">
                <a:solidFill>
                  <a:srgbClr val="5F7483"/>
                </a:solidFill>
                <a:latin typeface="Arial"/>
                <a:ea typeface="Arial"/>
                <a:cs typeface="Arial"/>
              </a:defRPr>
            </a:lvl3pPr>
            <a:lvl4pPr algn="l">
              <a:defRPr sz="975" b="0">
                <a:solidFill>
                  <a:srgbClr val="5F7483"/>
                </a:solidFill>
                <a:latin typeface="Arial"/>
                <a:ea typeface="Arial"/>
                <a:cs typeface="Arial"/>
              </a:defRPr>
            </a:lvl4pPr>
            <a:lvl5pPr algn="l">
              <a:defRPr sz="975" b="0">
                <a:solidFill>
                  <a:srgbClr val="5F7483"/>
                </a:solidFill>
                <a:latin typeface="Arial"/>
                <a:ea typeface="Arial"/>
                <a:cs typeface="Arial"/>
              </a:defRPr>
            </a:lvl5pPr>
            <a:lvl6pPr algn="l">
              <a:defRPr sz="975" b="0">
                <a:solidFill>
                  <a:srgbClr val="5F7483"/>
                </a:solidFill>
                <a:latin typeface="Arial"/>
                <a:ea typeface="Arial"/>
                <a:cs typeface="Arial"/>
              </a:defRPr>
            </a:lvl6pPr>
            <a:lvl7pPr algn="l">
              <a:defRPr sz="975" b="0">
                <a:solidFill>
                  <a:srgbClr val="5F7483"/>
                </a:solidFill>
                <a:latin typeface="Arial"/>
                <a:ea typeface="Arial"/>
                <a:cs typeface="Arial"/>
              </a:defRPr>
            </a:lvl7pPr>
            <a:lvl8pPr algn="l">
              <a:defRPr sz="975" b="0">
                <a:solidFill>
                  <a:srgbClr val="5F7483"/>
                </a:solidFill>
                <a:latin typeface="Arial"/>
                <a:ea typeface="Arial"/>
                <a:cs typeface="Arial"/>
              </a:defRPr>
            </a:lvl8pPr>
            <a:lvl9pPr algn="l">
              <a:defRPr sz="975" b="0">
                <a:solidFill>
                  <a:srgbClr val="5F7483"/>
                </a:solidFill>
                <a:latin typeface="Arial"/>
                <a:ea typeface="Arial"/>
                <a:cs typeface="Arial"/>
              </a:defRPr>
            </a:lvl9pPr>
          </a:lstStyle>
          <a:p xmlns:a="http://schemas.openxmlformats.org/drawingml/2006/main">
            <a:pPr algn="l">
              <a:lnSpc>
                <a:spcPct val="108000"/>
              </a:lnSpc>
              <a:buNone/>
              <a:defRPr sz="975" b="0">
                <a:solidFill>
                  <a:srgbClr val="5F7483"/>
                </a:solidFill>
                <a:latin typeface="Arial"/>
                <a:ea typeface="Arial"/>
                <a:cs typeface="Arial"/>
              </a:defRPr>
            </a:pPr>
            <a:r>
              <a:rPr sz="975" b="0">
                <a:solidFill>
                  <a:srgbClr val="5F7483"/>
                </a:solidFill>
                <a:latin typeface="Arial"/>
                <a:ea typeface="Arial"/>
                <a:cs typeface="Arial"/>
              </a:rPr>
              <a:t>StrokeProt-AI | Research project update | 25 Oct 2026</a:t>
            </a:r>
          </a:p>
        </p:txBody>
      </p:sp>
      <p:sp>
        <p:nvSpPr>
          <p:cNvPr id="5" name="">
            <a:extLst xmlns:a="http://schemas.openxmlformats.org/drawingml/2006/main">
              <a:ext uri="{FF2B5EF4-FFF2-40B4-BE49-F238E27FC236}">
                <a16:creationId xmlns:a16="http://schemas.microsoft.com/office/drawing/2014/main" id="{5999135A-E360-41D9-893A-4031785B3AD2}"/>
              </a:ext>
            </a:extLst>
          </p:cNvPr>
          <p:cNvSpPr>
            <a:spLocks xmlns:a="http://schemas.openxmlformats.org/drawingml/2006/main" noGrp="1"/>
          </p:cNvSpPr>
          <p:nvPr/>
        </p:nvSpPr>
        <p:spPr>
          <a:xfrm xmlns:a="http://schemas.openxmlformats.org/drawingml/2006/main">
            <a:off x="10953750" y="63150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5F7483"/>
                </a:solidFill>
                <a:latin typeface="Arial"/>
                <a:ea typeface="Arial"/>
                <a:cs typeface="Arial"/>
              </a:defRPr>
            </a:defPPr>
            <a:lvl1pPr algn="r">
              <a:defRPr sz="1050" b="1">
                <a:solidFill>
                  <a:srgbClr val="5F7483"/>
                </a:solidFill>
                <a:latin typeface="Arial"/>
                <a:ea typeface="Arial"/>
                <a:cs typeface="Arial"/>
              </a:defRPr>
            </a:lvl1pPr>
            <a:lvl2pPr algn="r">
              <a:defRPr sz="1050" b="1">
                <a:solidFill>
                  <a:srgbClr val="5F7483"/>
                </a:solidFill>
                <a:latin typeface="Arial"/>
                <a:ea typeface="Arial"/>
                <a:cs typeface="Arial"/>
              </a:defRPr>
            </a:lvl2pPr>
            <a:lvl3pPr algn="r">
              <a:defRPr sz="1050" b="1">
                <a:solidFill>
                  <a:srgbClr val="5F7483"/>
                </a:solidFill>
                <a:latin typeface="Arial"/>
                <a:ea typeface="Arial"/>
                <a:cs typeface="Arial"/>
              </a:defRPr>
            </a:lvl3pPr>
            <a:lvl4pPr algn="r">
              <a:defRPr sz="1050" b="1">
                <a:solidFill>
                  <a:srgbClr val="5F7483"/>
                </a:solidFill>
                <a:latin typeface="Arial"/>
                <a:ea typeface="Arial"/>
                <a:cs typeface="Arial"/>
              </a:defRPr>
            </a:lvl4pPr>
            <a:lvl5pPr algn="r">
              <a:defRPr sz="1050" b="1">
                <a:solidFill>
                  <a:srgbClr val="5F7483"/>
                </a:solidFill>
                <a:latin typeface="Arial"/>
                <a:ea typeface="Arial"/>
                <a:cs typeface="Arial"/>
              </a:defRPr>
            </a:lvl5pPr>
            <a:lvl6pPr algn="r">
              <a:defRPr sz="1050" b="1">
                <a:solidFill>
                  <a:srgbClr val="5F7483"/>
                </a:solidFill>
                <a:latin typeface="Arial"/>
                <a:ea typeface="Arial"/>
                <a:cs typeface="Arial"/>
              </a:defRPr>
            </a:lvl6pPr>
            <a:lvl7pPr algn="r">
              <a:defRPr sz="1050" b="1">
                <a:solidFill>
                  <a:srgbClr val="5F7483"/>
                </a:solidFill>
                <a:latin typeface="Arial"/>
                <a:ea typeface="Arial"/>
                <a:cs typeface="Arial"/>
              </a:defRPr>
            </a:lvl7pPr>
            <a:lvl8pPr algn="r">
              <a:defRPr sz="1050" b="1">
                <a:solidFill>
                  <a:srgbClr val="5F7483"/>
                </a:solidFill>
                <a:latin typeface="Arial"/>
                <a:ea typeface="Arial"/>
                <a:cs typeface="Arial"/>
              </a:defRPr>
            </a:lvl8pPr>
            <a:lvl9pPr algn="r">
              <a:defRPr sz="1050" b="1">
                <a:solidFill>
                  <a:srgbClr val="5F7483"/>
                </a:solidFill>
                <a:latin typeface="Arial"/>
                <a:ea typeface="Arial"/>
                <a:cs typeface="Arial"/>
              </a:defRPr>
            </a:lvl9pPr>
          </a:lstStyle>
          <a:p xmlns:a="http://schemas.openxmlformats.org/drawingml/2006/main">
            <a:pPr algn="r">
              <a:lnSpc>
                <a:spcPct val="108000"/>
              </a:lnSpc>
              <a:buNone/>
              <a:defRPr sz="1050" b="1">
                <a:solidFill>
                  <a:srgbClr val="5F7483"/>
                </a:solidFill>
                <a:latin typeface="Arial"/>
                <a:ea typeface="Arial"/>
                <a:cs typeface="Arial"/>
              </a:defRPr>
            </a:pPr>
            <a:r>
              <a:rPr sz="1050" b="1">
                <a:solidFill>
                  <a:srgbClr val="5F7483"/>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DBA99C24-5B4F-4696-828A-17240C2463C7}"/>
              </a:ext>
            </a:extLst>
          </p:cNvPr>
          <p:cNvSpPr>
            <a:spLocks xmlns:a="http://schemas.openxmlformats.org/drawingml/2006/main" noGrp="1"/>
          </p:cNvSpPr>
          <p:nvPr/>
        </p:nvSpPr>
        <p:spPr>
          <a:xfrm xmlns:a="http://schemas.openxmlformats.org/drawingml/2006/main">
            <a:off x="685800" y="1381125"/>
            <a:ext cx="1038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B74842"/>
                </a:solidFill>
                <a:latin typeface="Arial"/>
                <a:ea typeface="Arial"/>
                <a:cs typeface="Arial"/>
              </a:defRPr>
            </a:defPPr>
            <a:lvl1pPr algn="l">
              <a:defRPr sz="2550" b="1">
                <a:solidFill>
                  <a:srgbClr val="B74842"/>
                </a:solidFill>
                <a:latin typeface="Arial"/>
                <a:ea typeface="Arial"/>
                <a:cs typeface="Arial"/>
              </a:defRPr>
            </a:lvl1pPr>
            <a:lvl2pPr algn="l">
              <a:defRPr sz="2550" b="1">
                <a:solidFill>
                  <a:srgbClr val="B74842"/>
                </a:solidFill>
                <a:latin typeface="Arial"/>
                <a:ea typeface="Arial"/>
                <a:cs typeface="Arial"/>
              </a:defRPr>
            </a:lvl2pPr>
            <a:lvl3pPr algn="l">
              <a:defRPr sz="2550" b="1">
                <a:solidFill>
                  <a:srgbClr val="B74842"/>
                </a:solidFill>
                <a:latin typeface="Arial"/>
                <a:ea typeface="Arial"/>
                <a:cs typeface="Arial"/>
              </a:defRPr>
            </a:lvl3pPr>
            <a:lvl4pPr algn="l">
              <a:defRPr sz="2550" b="1">
                <a:solidFill>
                  <a:srgbClr val="B74842"/>
                </a:solidFill>
                <a:latin typeface="Arial"/>
                <a:ea typeface="Arial"/>
                <a:cs typeface="Arial"/>
              </a:defRPr>
            </a:lvl4pPr>
            <a:lvl5pPr algn="l">
              <a:defRPr sz="2550" b="1">
                <a:solidFill>
                  <a:srgbClr val="B74842"/>
                </a:solidFill>
                <a:latin typeface="Arial"/>
                <a:ea typeface="Arial"/>
                <a:cs typeface="Arial"/>
              </a:defRPr>
            </a:lvl5pPr>
            <a:lvl6pPr algn="l">
              <a:defRPr sz="2550" b="1">
                <a:solidFill>
                  <a:srgbClr val="B74842"/>
                </a:solidFill>
                <a:latin typeface="Arial"/>
                <a:ea typeface="Arial"/>
                <a:cs typeface="Arial"/>
              </a:defRPr>
            </a:lvl6pPr>
            <a:lvl7pPr algn="l">
              <a:defRPr sz="2550" b="1">
                <a:solidFill>
                  <a:srgbClr val="B74842"/>
                </a:solidFill>
                <a:latin typeface="Arial"/>
                <a:ea typeface="Arial"/>
                <a:cs typeface="Arial"/>
              </a:defRPr>
            </a:lvl7pPr>
            <a:lvl8pPr algn="l">
              <a:defRPr sz="2550" b="1">
                <a:solidFill>
                  <a:srgbClr val="B74842"/>
                </a:solidFill>
                <a:latin typeface="Arial"/>
                <a:ea typeface="Arial"/>
                <a:cs typeface="Arial"/>
              </a:defRPr>
            </a:lvl8pPr>
            <a:lvl9pPr algn="l">
              <a:defRPr sz="2550" b="1">
                <a:solidFill>
                  <a:srgbClr val="B74842"/>
                </a:solidFill>
                <a:latin typeface="Arial"/>
                <a:ea typeface="Arial"/>
                <a:cs typeface="Arial"/>
              </a:defRPr>
            </a:lvl9pPr>
          </a:lstStyle>
          <a:p xmlns:a="http://schemas.openxmlformats.org/drawingml/2006/main">
            <a:pPr algn="l">
              <a:lnSpc>
                <a:spcPct val="108000"/>
              </a:lnSpc>
              <a:buNone/>
              <a:defRPr sz="2550" b="1">
                <a:solidFill>
                  <a:srgbClr val="B74842"/>
                </a:solidFill>
                <a:latin typeface="Arial"/>
                <a:ea typeface="Arial"/>
                <a:cs typeface="Arial"/>
              </a:defRPr>
            </a:pPr>
            <a:r>
              <a:rPr sz="2550" b="1">
                <a:solidFill>
                  <a:srgbClr val="B74842"/>
                </a:solidFill>
                <a:latin typeface="Arial"/>
                <a:ea typeface="Arial"/>
                <a:cs typeface="Arial"/>
              </a:rPr>
              <a:t>The data currently contain no negative class.</a:t>
            </a:r>
          </a:p>
        </p:txBody>
      </p:sp>
      <p:sp>
        <p:nvSpPr>
          <p:cNvPr id="7" name="">
            <a:extLst xmlns:a="http://schemas.openxmlformats.org/drawingml/2006/main">
              <a:ext uri="{FF2B5EF4-FFF2-40B4-BE49-F238E27FC236}">
                <a16:creationId xmlns:a16="http://schemas.microsoft.com/office/drawing/2014/main" id="{59F7C5FA-F5D3-4C1E-A2A6-C55BD21546B9}"/>
              </a:ext>
            </a:extLst>
          </p:cNvPr>
          <p:cNvSpPr>
            <a:spLocks xmlns:a="http://schemas.openxmlformats.org/drawingml/2006/main" noGrp="1"/>
          </p:cNvSpPr>
          <p:nvPr/>
        </p:nvSpPr>
        <p:spPr>
          <a:xfrm xmlns:a="http://schemas.openxmlformats.org/drawingml/2006/main">
            <a:off x="685800" y="2066925"/>
            <a:ext cx="10287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8354B"/>
                </a:solidFill>
                <a:latin typeface="Arial"/>
                <a:ea typeface="Arial"/>
                <a:cs typeface="Arial"/>
              </a:defRPr>
            </a:defPPr>
            <a:lvl1pPr algn="l">
              <a:defRPr sz="1800" b="0">
                <a:solidFill>
                  <a:srgbClr val="18354B"/>
                </a:solidFill>
                <a:latin typeface="Arial"/>
                <a:ea typeface="Arial"/>
                <a:cs typeface="Arial"/>
              </a:defRPr>
            </a:lvl1pPr>
            <a:lvl2pPr algn="l">
              <a:defRPr sz="1800" b="0">
                <a:solidFill>
                  <a:srgbClr val="18354B"/>
                </a:solidFill>
                <a:latin typeface="Arial"/>
                <a:ea typeface="Arial"/>
                <a:cs typeface="Arial"/>
              </a:defRPr>
            </a:lvl2pPr>
            <a:lvl3pPr algn="l">
              <a:defRPr sz="1800" b="0">
                <a:solidFill>
                  <a:srgbClr val="18354B"/>
                </a:solidFill>
                <a:latin typeface="Arial"/>
                <a:ea typeface="Arial"/>
                <a:cs typeface="Arial"/>
              </a:defRPr>
            </a:lvl3pPr>
            <a:lvl4pPr algn="l">
              <a:defRPr sz="1800" b="0">
                <a:solidFill>
                  <a:srgbClr val="18354B"/>
                </a:solidFill>
                <a:latin typeface="Arial"/>
                <a:ea typeface="Arial"/>
                <a:cs typeface="Arial"/>
              </a:defRPr>
            </a:lvl4pPr>
            <a:lvl5pPr algn="l">
              <a:defRPr sz="1800" b="0">
                <a:solidFill>
                  <a:srgbClr val="18354B"/>
                </a:solidFill>
                <a:latin typeface="Arial"/>
                <a:ea typeface="Arial"/>
                <a:cs typeface="Arial"/>
              </a:defRPr>
            </a:lvl5pPr>
            <a:lvl6pPr algn="l">
              <a:defRPr sz="1800" b="0">
                <a:solidFill>
                  <a:srgbClr val="18354B"/>
                </a:solidFill>
                <a:latin typeface="Arial"/>
                <a:ea typeface="Arial"/>
                <a:cs typeface="Arial"/>
              </a:defRPr>
            </a:lvl6pPr>
            <a:lvl7pPr algn="l">
              <a:defRPr sz="1800" b="0">
                <a:solidFill>
                  <a:srgbClr val="18354B"/>
                </a:solidFill>
                <a:latin typeface="Arial"/>
                <a:ea typeface="Arial"/>
                <a:cs typeface="Arial"/>
              </a:defRPr>
            </a:lvl7pPr>
            <a:lvl8pPr algn="l">
              <a:defRPr sz="1800" b="0">
                <a:solidFill>
                  <a:srgbClr val="18354B"/>
                </a:solidFill>
                <a:latin typeface="Arial"/>
                <a:ea typeface="Arial"/>
                <a:cs typeface="Arial"/>
              </a:defRPr>
            </a:lvl8pPr>
            <a:lvl9pPr algn="l">
              <a:defRPr sz="1800" b="0">
                <a:solidFill>
                  <a:srgbClr val="18354B"/>
                </a:solidFill>
                <a:latin typeface="Arial"/>
                <a:ea typeface="Arial"/>
                <a:cs typeface="Arial"/>
              </a:defRPr>
            </a:lvl9pPr>
          </a:lstStyle>
          <a:p xmlns:a="http://schemas.openxmlformats.org/drawingml/2006/main">
            <a:pPr algn="l">
              <a:lnSpc>
                <a:spcPct val="108000"/>
              </a:lnSpc>
              <a:buNone/>
              <a:defRPr sz="1800" b="0">
                <a:solidFill>
                  <a:srgbClr val="18354B"/>
                </a:solidFill>
                <a:latin typeface="Arial"/>
                <a:ea typeface="Arial"/>
                <a:cs typeface="Arial"/>
              </a:defRPr>
            </a:pPr>
            <a:r>
              <a:rPr sz="1800" b="0">
                <a:solidFill>
                  <a:srgbClr val="18354B"/>
                </a:solidFill>
                <a:latin typeface="Arial"/>
                <a:ea typeface="Arial"/>
                <a:cs typeface="Arial"/>
              </a:rPr>
              <a:t>Without examples from both classes and enough independent sequence groups, a train/test score cannot show whether this classifier generalizes.</a:t>
            </a:r>
          </a:p>
        </p:txBody>
      </p:sp>
      <p:sp>
        <p:nvSpPr>
          <p:cNvPr id="8" name="">
            <a:extLst xmlns:a="http://schemas.openxmlformats.org/drawingml/2006/main">
              <a:ext uri="{FF2B5EF4-FFF2-40B4-BE49-F238E27FC236}">
                <a16:creationId xmlns:a16="http://schemas.microsoft.com/office/drawing/2014/main" id="{21BC4016-C6AB-4232-8C5B-FDF3E4DCB407}"/>
              </a:ext>
            </a:extLst>
          </p:cNvPr>
          <p:cNvSpPr>
            <a:spLocks xmlns:a="http://schemas.openxmlformats.org/drawingml/2006/main" noGrp="1"/>
          </p:cNvSpPr>
          <p:nvPr/>
        </p:nvSpPr>
        <p:spPr>
          <a:xfrm xmlns:a="http://schemas.openxmlformats.org/drawingml/2006/main">
            <a:off x="857250" y="333375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2304A"/>
                </a:solidFill>
                <a:latin typeface="Arial"/>
                <a:ea typeface="Arial"/>
                <a:cs typeface="Arial"/>
              </a:defRPr>
            </a:defPPr>
            <a:lvl1pPr algn="l">
              <a:defRPr sz="1575" b="0">
                <a:solidFill>
                  <a:srgbClr val="12304A"/>
                </a:solidFill>
                <a:latin typeface="Arial"/>
                <a:ea typeface="Arial"/>
                <a:cs typeface="Arial"/>
              </a:defRPr>
            </a:lvl1pPr>
            <a:lvl2pPr algn="l">
              <a:defRPr sz="1575" b="0">
                <a:solidFill>
                  <a:srgbClr val="12304A"/>
                </a:solidFill>
                <a:latin typeface="Arial"/>
                <a:ea typeface="Arial"/>
                <a:cs typeface="Arial"/>
              </a:defRPr>
            </a:lvl2pPr>
            <a:lvl3pPr algn="l">
              <a:defRPr sz="1575" b="0">
                <a:solidFill>
                  <a:srgbClr val="12304A"/>
                </a:solidFill>
                <a:latin typeface="Arial"/>
                <a:ea typeface="Arial"/>
                <a:cs typeface="Arial"/>
              </a:defRPr>
            </a:lvl3pPr>
            <a:lvl4pPr algn="l">
              <a:defRPr sz="1575" b="0">
                <a:solidFill>
                  <a:srgbClr val="12304A"/>
                </a:solidFill>
                <a:latin typeface="Arial"/>
                <a:ea typeface="Arial"/>
                <a:cs typeface="Arial"/>
              </a:defRPr>
            </a:lvl4pPr>
            <a:lvl5pPr algn="l">
              <a:defRPr sz="1575" b="0">
                <a:solidFill>
                  <a:srgbClr val="12304A"/>
                </a:solidFill>
                <a:latin typeface="Arial"/>
                <a:ea typeface="Arial"/>
                <a:cs typeface="Arial"/>
              </a:defRPr>
            </a:lvl5pPr>
            <a:lvl6pPr algn="l">
              <a:defRPr sz="1575" b="0">
                <a:solidFill>
                  <a:srgbClr val="12304A"/>
                </a:solidFill>
                <a:latin typeface="Arial"/>
                <a:ea typeface="Arial"/>
                <a:cs typeface="Arial"/>
              </a:defRPr>
            </a:lvl6pPr>
            <a:lvl7pPr algn="l">
              <a:defRPr sz="1575" b="0">
                <a:solidFill>
                  <a:srgbClr val="12304A"/>
                </a:solidFill>
                <a:latin typeface="Arial"/>
                <a:ea typeface="Arial"/>
                <a:cs typeface="Arial"/>
              </a:defRPr>
            </a:lvl7pPr>
            <a:lvl8pPr algn="l">
              <a:defRPr sz="1575" b="0">
                <a:solidFill>
                  <a:srgbClr val="12304A"/>
                </a:solidFill>
                <a:latin typeface="Arial"/>
                <a:ea typeface="Arial"/>
                <a:cs typeface="Arial"/>
              </a:defRPr>
            </a:lvl8pPr>
            <a:lvl9pPr algn="l">
              <a:defRPr sz="1575" b="0">
                <a:solidFill>
                  <a:srgbClr val="12304A"/>
                </a:solidFill>
                <a:latin typeface="Arial"/>
                <a:ea typeface="Arial"/>
                <a:cs typeface="Arial"/>
              </a:defRPr>
            </a:lvl9pPr>
          </a:lstStyle>
          <a:p xmlns:a="http://schemas.openxmlformats.org/drawingml/2006/main">
            <a:pPr algn="l">
              <a:lnSpc>
                <a:spcPct val="108000"/>
              </a:lnSpc>
              <a:buNone/>
              <a:defRPr sz="1575" b="0">
                <a:solidFill>
                  <a:srgbClr val="12304A"/>
                </a:solidFill>
                <a:latin typeface="Arial"/>
                <a:ea typeface="Arial"/>
                <a:cs typeface="Arial"/>
              </a:defRPr>
            </a:pPr>
            <a:r>
              <a:rPr sz="1575" b="0">
                <a:solidFill>
                  <a:srgbClr val="12304A"/>
                </a:solidFill>
                <a:latin typeface="Arial"/>
                <a:ea typeface="Arial"/>
                <a:cs typeface="Arial"/>
              </a:rPr>
              <a:t>1  Review and document evidence for candidate proteins; keep uncertain cases unresolved.</a:t>
            </a:r>
          </a:p>
        </p:txBody>
      </p:sp>
      <p:sp>
        <p:nvSpPr>
          <p:cNvPr id="9" name="">
            <a:extLst xmlns:a="http://schemas.openxmlformats.org/drawingml/2006/main">
              <a:ext uri="{FF2B5EF4-FFF2-40B4-BE49-F238E27FC236}">
                <a16:creationId xmlns:a16="http://schemas.microsoft.com/office/drawing/2014/main" id="{75734073-A7DE-43D5-9565-23C625584AAB}"/>
              </a:ext>
            </a:extLst>
          </p:cNvPr>
          <p:cNvSpPr>
            <a:spLocks xmlns:a="http://schemas.openxmlformats.org/drawingml/2006/main" noGrp="1"/>
          </p:cNvSpPr>
          <p:nvPr/>
        </p:nvSpPr>
        <p:spPr>
          <a:xfrm xmlns:a="http://schemas.openxmlformats.org/drawingml/2006/main">
            <a:off x="857250" y="3962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2304A"/>
                </a:solidFill>
                <a:latin typeface="Arial"/>
                <a:ea typeface="Arial"/>
                <a:cs typeface="Arial"/>
              </a:defRPr>
            </a:defPPr>
            <a:lvl1pPr algn="l">
              <a:defRPr sz="1575" b="0">
                <a:solidFill>
                  <a:srgbClr val="12304A"/>
                </a:solidFill>
                <a:latin typeface="Arial"/>
                <a:ea typeface="Arial"/>
                <a:cs typeface="Arial"/>
              </a:defRPr>
            </a:lvl1pPr>
            <a:lvl2pPr algn="l">
              <a:defRPr sz="1575" b="0">
                <a:solidFill>
                  <a:srgbClr val="12304A"/>
                </a:solidFill>
                <a:latin typeface="Arial"/>
                <a:ea typeface="Arial"/>
                <a:cs typeface="Arial"/>
              </a:defRPr>
            </a:lvl2pPr>
            <a:lvl3pPr algn="l">
              <a:defRPr sz="1575" b="0">
                <a:solidFill>
                  <a:srgbClr val="12304A"/>
                </a:solidFill>
                <a:latin typeface="Arial"/>
                <a:ea typeface="Arial"/>
                <a:cs typeface="Arial"/>
              </a:defRPr>
            </a:lvl3pPr>
            <a:lvl4pPr algn="l">
              <a:defRPr sz="1575" b="0">
                <a:solidFill>
                  <a:srgbClr val="12304A"/>
                </a:solidFill>
                <a:latin typeface="Arial"/>
                <a:ea typeface="Arial"/>
                <a:cs typeface="Arial"/>
              </a:defRPr>
            </a:lvl4pPr>
            <a:lvl5pPr algn="l">
              <a:defRPr sz="1575" b="0">
                <a:solidFill>
                  <a:srgbClr val="12304A"/>
                </a:solidFill>
                <a:latin typeface="Arial"/>
                <a:ea typeface="Arial"/>
                <a:cs typeface="Arial"/>
              </a:defRPr>
            </a:lvl5pPr>
            <a:lvl6pPr algn="l">
              <a:defRPr sz="1575" b="0">
                <a:solidFill>
                  <a:srgbClr val="12304A"/>
                </a:solidFill>
                <a:latin typeface="Arial"/>
                <a:ea typeface="Arial"/>
                <a:cs typeface="Arial"/>
              </a:defRPr>
            </a:lvl6pPr>
            <a:lvl7pPr algn="l">
              <a:defRPr sz="1575" b="0">
                <a:solidFill>
                  <a:srgbClr val="12304A"/>
                </a:solidFill>
                <a:latin typeface="Arial"/>
                <a:ea typeface="Arial"/>
                <a:cs typeface="Arial"/>
              </a:defRPr>
            </a:lvl7pPr>
            <a:lvl8pPr algn="l">
              <a:defRPr sz="1575" b="0">
                <a:solidFill>
                  <a:srgbClr val="12304A"/>
                </a:solidFill>
                <a:latin typeface="Arial"/>
                <a:ea typeface="Arial"/>
                <a:cs typeface="Arial"/>
              </a:defRPr>
            </a:lvl8pPr>
            <a:lvl9pPr algn="l">
              <a:defRPr sz="1575" b="0">
                <a:solidFill>
                  <a:srgbClr val="12304A"/>
                </a:solidFill>
                <a:latin typeface="Arial"/>
                <a:ea typeface="Arial"/>
                <a:cs typeface="Arial"/>
              </a:defRPr>
            </a:lvl9pPr>
          </a:lstStyle>
          <a:p xmlns:a="http://schemas.openxmlformats.org/drawingml/2006/main">
            <a:pPr algn="l">
              <a:lnSpc>
                <a:spcPct val="108000"/>
              </a:lnSpc>
              <a:buNone/>
              <a:defRPr sz="1575" b="0">
                <a:solidFill>
                  <a:srgbClr val="12304A"/>
                </a:solidFill>
                <a:latin typeface="Arial"/>
                <a:ea typeface="Arial"/>
                <a:cs typeface="Arial"/>
              </a:defRPr>
            </a:pPr>
            <a:r>
              <a:rPr sz="1575" b="0">
                <a:solidFill>
                  <a:srgbClr val="12304A"/>
                </a:solidFill>
                <a:latin typeface="Arial"/>
                <a:ea typeface="Arial"/>
                <a:cs typeface="Arial"/>
              </a:rPr>
              <a:t>2  Retrieve the six missing human RefSeq records and validate accession, organism, sequence, and duplicates.</a:t>
            </a:r>
          </a:p>
        </p:txBody>
      </p:sp>
      <p:sp>
        <p:nvSpPr>
          <p:cNvPr id="10" name="">
            <a:extLst xmlns:a="http://schemas.openxmlformats.org/drawingml/2006/main">
              <a:ext uri="{FF2B5EF4-FFF2-40B4-BE49-F238E27FC236}">
                <a16:creationId xmlns:a16="http://schemas.microsoft.com/office/drawing/2014/main" id="{E19BBFD9-3066-492C-9C3B-A1FC80B6E23A}"/>
              </a:ext>
            </a:extLst>
          </p:cNvPr>
          <p:cNvSpPr>
            <a:spLocks xmlns:a="http://schemas.openxmlformats.org/drawingml/2006/main" noGrp="1"/>
          </p:cNvSpPr>
          <p:nvPr/>
        </p:nvSpPr>
        <p:spPr>
          <a:xfrm xmlns:a="http://schemas.openxmlformats.org/drawingml/2006/main">
            <a:off x="857250" y="459105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2304A"/>
                </a:solidFill>
                <a:latin typeface="Arial"/>
                <a:ea typeface="Arial"/>
                <a:cs typeface="Arial"/>
              </a:defRPr>
            </a:defPPr>
            <a:lvl1pPr algn="l">
              <a:defRPr sz="1575" b="0">
                <a:solidFill>
                  <a:srgbClr val="12304A"/>
                </a:solidFill>
                <a:latin typeface="Arial"/>
                <a:ea typeface="Arial"/>
                <a:cs typeface="Arial"/>
              </a:defRPr>
            </a:lvl1pPr>
            <a:lvl2pPr algn="l">
              <a:defRPr sz="1575" b="0">
                <a:solidFill>
                  <a:srgbClr val="12304A"/>
                </a:solidFill>
                <a:latin typeface="Arial"/>
                <a:ea typeface="Arial"/>
                <a:cs typeface="Arial"/>
              </a:defRPr>
            </a:lvl2pPr>
            <a:lvl3pPr algn="l">
              <a:defRPr sz="1575" b="0">
                <a:solidFill>
                  <a:srgbClr val="12304A"/>
                </a:solidFill>
                <a:latin typeface="Arial"/>
                <a:ea typeface="Arial"/>
                <a:cs typeface="Arial"/>
              </a:defRPr>
            </a:lvl3pPr>
            <a:lvl4pPr algn="l">
              <a:defRPr sz="1575" b="0">
                <a:solidFill>
                  <a:srgbClr val="12304A"/>
                </a:solidFill>
                <a:latin typeface="Arial"/>
                <a:ea typeface="Arial"/>
                <a:cs typeface="Arial"/>
              </a:defRPr>
            </a:lvl4pPr>
            <a:lvl5pPr algn="l">
              <a:defRPr sz="1575" b="0">
                <a:solidFill>
                  <a:srgbClr val="12304A"/>
                </a:solidFill>
                <a:latin typeface="Arial"/>
                <a:ea typeface="Arial"/>
                <a:cs typeface="Arial"/>
              </a:defRPr>
            </a:lvl5pPr>
            <a:lvl6pPr algn="l">
              <a:defRPr sz="1575" b="0">
                <a:solidFill>
                  <a:srgbClr val="12304A"/>
                </a:solidFill>
                <a:latin typeface="Arial"/>
                <a:ea typeface="Arial"/>
                <a:cs typeface="Arial"/>
              </a:defRPr>
            </a:lvl6pPr>
            <a:lvl7pPr algn="l">
              <a:defRPr sz="1575" b="0">
                <a:solidFill>
                  <a:srgbClr val="12304A"/>
                </a:solidFill>
                <a:latin typeface="Arial"/>
                <a:ea typeface="Arial"/>
                <a:cs typeface="Arial"/>
              </a:defRPr>
            </a:lvl7pPr>
            <a:lvl8pPr algn="l">
              <a:defRPr sz="1575" b="0">
                <a:solidFill>
                  <a:srgbClr val="12304A"/>
                </a:solidFill>
                <a:latin typeface="Arial"/>
                <a:ea typeface="Arial"/>
                <a:cs typeface="Arial"/>
              </a:defRPr>
            </a:lvl8pPr>
            <a:lvl9pPr algn="l">
              <a:defRPr sz="1575" b="0">
                <a:solidFill>
                  <a:srgbClr val="12304A"/>
                </a:solidFill>
                <a:latin typeface="Arial"/>
                <a:ea typeface="Arial"/>
                <a:cs typeface="Arial"/>
              </a:defRPr>
            </a:lvl9pPr>
          </a:lstStyle>
          <a:p xmlns:a="http://schemas.openxmlformats.org/drawingml/2006/main">
            <a:pPr algn="l">
              <a:lnSpc>
                <a:spcPct val="108000"/>
              </a:lnSpc>
              <a:buNone/>
              <a:defRPr sz="1575" b="0">
                <a:solidFill>
                  <a:srgbClr val="12304A"/>
                </a:solidFill>
                <a:latin typeface="Arial"/>
                <a:ea typeface="Arial"/>
                <a:cs typeface="Arial"/>
              </a:defRPr>
            </a:pPr>
            <a:r>
              <a:rPr sz="1575" b="0">
                <a:solidFill>
                  <a:srgbClr val="12304A"/>
                </a:solidFill>
                <a:latin typeface="Arial"/>
                <a:ea typeface="Arial"/>
                <a:cs typeface="Arial"/>
              </a:rPr>
              <a:t>3  Compute similarity groups with a stable MMseqs2 environment.</a:t>
            </a:r>
          </a:p>
        </p:txBody>
      </p:sp>
      <p:sp>
        <p:nvSpPr>
          <p:cNvPr id="11" name="">
            <a:extLst xmlns:a="http://schemas.openxmlformats.org/drawingml/2006/main">
              <a:ext uri="{FF2B5EF4-FFF2-40B4-BE49-F238E27FC236}">
                <a16:creationId xmlns:a16="http://schemas.microsoft.com/office/drawing/2014/main" id="{F882CC77-9534-48EB-BE23-1B107CE5049B}"/>
              </a:ext>
            </a:extLst>
          </p:cNvPr>
          <p:cNvSpPr>
            <a:spLocks xmlns:a="http://schemas.openxmlformats.org/drawingml/2006/main" noGrp="1"/>
          </p:cNvSpPr>
          <p:nvPr/>
        </p:nvSpPr>
        <p:spPr>
          <a:xfrm xmlns:a="http://schemas.openxmlformats.org/drawingml/2006/main">
            <a:off x="857250" y="52197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2304A"/>
                </a:solidFill>
                <a:latin typeface="Arial"/>
                <a:ea typeface="Arial"/>
                <a:cs typeface="Arial"/>
              </a:defRPr>
            </a:defPPr>
            <a:lvl1pPr algn="l">
              <a:defRPr sz="1575" b="0">
                <a:solidFill>
                  <a:srgbClr val="12304A"/>
                </a:solidFill>
                <a:latin typeface="Arial"/>
                <a:ea typeface="Arial"/>
                <a:cs typeface="Arial"/>
              </a:defRPr>
            </a:lvl1pPr>
            <a:lvl2pPr algn="l">
              <a:defRPr sz="1575" b="0">
                <a:solidFill>
                  <a:srgbClr val="12304A"/>
                </a:solidFill>
                <a:latin typeface="Arial"/>
                <a:ea typeface="Arial"/>
                <a:cs typeface="Arial"/>
              </a:defRPr>
            </a:lvl2pPr>
            <a:lvl3pPr algn="l">
              <a:defRPr sz="1575" b="0">
                <a:solidFill>
                  <a:srgbClr val="12304A"/>
                </a:solidFill>
                <a:latin typeface="Arial"/>
                <a:ea typeface="Arial"/>
                <a:cs typeface="Arial"/>
              </a:defRPr>
            </a:lvl3pPr>
            <a:lvl4pPr algn="l">
              <a:defRPr sz="1575" b="0">
                <a:solidFill>
                  <a:srgbClr val="12304A"/>
                </a:solidFill>
                <a:latin typeface="Arial"/>
                <a:ea typeface="Arial"/>
                <a:cs typeface="Arial"/>
              </a:defRPr>
            </a:lvl4pPr>
            <a:lvl5pPr algn="l">
              <a:defRPr sz="1575" b="0">
                <a:solidFill>
                  <a:srgbClr val="12304A"/>
                </a:solidFill>
                <a:latin typeface="Arial"/>
                <a:ea typeface="Arial"/>
                <a:cs typeface="Arial"/>
              </a:defRPr>
            </a:lvl5pPr>
            <a:lvl6pPr algn="l">
              <a:defRPr sz="1575" b="0">
                <a:solidFill>
                  <a:srgbClr val="12304A"/>
                </a:solidFill>
                <a:latin typeface="Arial"/>
                <a:ea typeface="Arial"/>
                <a:cs typeface="Arial"/>
              </a:defRPr>
            </a:lvl6pPr>
            <a:lvl7pPr algn="l">
              <a:defRPr sz="1575" b="0">
                <a:solidFill>
                  <a:srgbClr val="12304A"/>
                </a:solidFill>
                <a:latin typeface="Arial"/>
                <a:ea typeface="Arial"/>
                <a:cs typeface="Arial"/>
              </a:defRPr>
            </a:lvl7pPr>
            <a:lvl8pPr algn="l">
              <a:defRPr sz="1575" b="0">
                <a:solidFill>
                  <a:srgbClr val="12304A"/>
                </a:solidFill>
                <a:latin typeface="Arial"/>
                <a:ea typeface="Arial"/>
                <a:cs typeface="Arial"/>
              </a:defRPr>
            </a:lvl8pPr>
            <a:lvl9pPr algn="l">
              <a:defRPr sz="1575" b="0">
                <a:solidFill>
                  <a:srgbClr val="12304A"/>
                </a:solidFill>
                <a:latin typeface="Arial"/>
                <a:ea typeface="Arial"/>
                <a:cs typeface="Arial"/>
              </a:defRPr>
            </a:lvl9pPr>
          </a:lstStyle>
          <a:p xmlns:a="http://schemas.openxmlformats.org/drawingml/2006/main">
            <a:pPr algn="l">
              <a:lnSpc>
                <a:spcPct val="108000"/>
              </a:lnSpc>
              <a:buNone/>
              <a:defRPr sz="1575" b="0">
                <a:solidFill>
                  <a:srgbClr val="12304A"/>
                </a:solidFill>
                <a:latin typeface="Arial"/>
                <a:ea typeface="Arial"/>
                <a:cs typeface="Arial"/>
              </a:defRPr>
            </a:pPr>
            <a:r>
              <a:rPr sz="1575" b="0">
                <a:solidFill>
                  <a:srgbClr val="12304A"/>
                </a:solidFill>
                <a:latin typeface="Arial"/>
                <a:ea typeface="Arial"/>
                <a:cs typeface="Arial"/>
              </a:rPr>
              <a:t>4  Train and evaluate only if both classes support a grouped held-out test set.</a:t>
            </a:r>
          </a:p>
        </p:txBody>
      </p:sp>
      <p:sp>
        <p:nvSpPr>
          <p:cNvPr id="12" name="">
            <a:extLst xmlns:a="http://schemas.openxmlformats.org/drawingml/2006/main">
              <a:ext uri="{FF2B5EF4-FFF2-40B4-BE49-F238E27FC236}">
                <a16:creationId xmlns:a16="http://schemas.microsoft.com/office/drawing/2014/main" id="{C8F2CDD6-70F2-4014-96F9-53E9748EA0F5}"/>
              </a:ext>
            </a:extLst>
          </p:cNvPr>
          <p:cNvSpPr>
            <a:spLocks xmlns:a="http://schemas.openxmlformats.org/drawingml/2006/main" noGrp="1"/>
          </p:cNvSpPr>
          <p:nvPr/>
        </p:nvSpPr>
        <p:spPr>
          <a:xfrm xmlns:a="http://schemas.openxmlformats.org/drawingml/2006/main">
            <a:off x="685800" y="600075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E7A78"/>
                </a:solidFill>
                <a:latin typeface="Arial"/>
                <a:ea typeface="Arial"/>
                <a:cs typeface="Arial"/>
              </a:defRPr>
            </a:defPPr>
            <a:lvl1pPr algn="l">
              <a:defRPr sz="1350" b="1">
                <a:solidFill>
                  <a:srgbClr val="1E7A78"/>
                </a:solidFill>
                <a:latin typeface="Arial"/>
                <a:ea typeface="Arial"/>
                <a:cs typeface="Arial"/>
              </a:defRPr>
            </a:lvl1pPr>
            <a:lvl2pPr algn="l">
              <a:defRPr sz="1350" b="1">
                <a:solidFill>
                  <a:srgbClr val="1E7A78"/>
                </a:solidFill>
                <a:latin typeface="Arial"/>
                <a:ea typeface="Arial"/>
                <a:cs typeface="Arial"/>
              </a:defRPr>
            </a:lvl2pPr>
            <a:lvl3pPr algn="l">
              <a:defRPr sz="1350" b="1">
                <a:solidFill>
                  <a:srgbClr val="1E7A78"/>
                </a:solidFill>
                <a:latin typeface="Arial"/>
                <a:ea typeface="Arial"/>
                <a:cs typeface="Arial"/>
              </a:defRPr>
            </a:lvl3pPr>
            <a:lvl4pPr algn="l">
              <a:defRPr sz="1350" b="1">
                <a:solidFill>
                  <a:srgbClr val="1E7A78"/>
                </a:solidFill>
                <a:latin typeface="Arial"/>
                <a:ea typeface="Arial"/>
                <a:cs typeface="Arial"/>
              </a:defRPr>
            </a:lvl4pPr>
            <a:lvl5pPr algn="l">
              <a:defRPr sz="1350" b="1">
                <a:solidFill>
                  <a:srgbClr val="1E7A78"/>
                </a:solidFill>
                <a:latin typeface="Arial"/>
                <a:ea typeface="Arial"/>
                <a:cs typeface="Arial"/>
              </a:defRPr>
            </a:lvl5pPr>
            <a:lvl6pPr algn="l">
              <a:defRPr sz="1350" b="1">
                <a:solidFill>
                  <a:srgbClr val="1E7A78"/>
                </a:solidFill>
                <a:latin typeface="Arial"/>
                <a:ea typeface="Arial"/>
                <a:cs typeface="Arial"/>
              </a:defRPr>
            </a:lvl6pPr>
            <a:lvl7pPr algn="l">
              <a:defRPr sz="1350" b="1">
                <a:solidFill>
                  <a:srgbClr val="1E7A78"/>
                </a:solidFill>
                <a:latin typeface="Arial"/>
                <a:ea typeface="Arial"/>
                <a:cs typeface="Arial"/>
              </a:defRPr>
            </a:lvl7pPr>
            <a:lvl8pPr algn="l">
              <a:defRPr sz="1350" b="1">
                <a:solidFill>
                  <a:srgbClr val="1E7A78"/>
                </a:solidFill>
                <a:latin typeface="Arial"/>
                <a:ea typeface="Arial"/>
                <a:cs typeface="Arial"/>
              </a:defRPr>
            </a:lvl8pPr>
            <a:lvl9pPr algn="l">
              <a:defRPr sz="1350" b="1">
                <a:solidFill>
                  <a:srgbClr val="1E7A78"/>
                </a:solidFill>
                <a:latin typeface="Arial"/>
                <a:ea typeface="Arial"/>
                <a:cs typeface="Arial"/>
              </a:defRPr>
            </a:lvl9pPr>
          </a:lstStyle>
          <a:p xmlns:a="http://schemas.openxmlformats.org/drawingml/2006/main">
            <a:pPr algn="l">
              <a:lnSpc>
                <a:spcPct val="108000"/>
              </a:lnSpc>
              <a:buNone/>
              <a:defRPr sz="1350" b="1">
                <a:solidFill>
                  <a:srgbClr val="1E7A78"/>
                </a:solidFill>
                <a:latin typeface="Arial"/>
                <a:ea typeface="Arial"/>
                <a:cs typeface="Arial"/>
              </a:defRPr>
            </a:pPr>
            <a:r>
              <a:rPr sz="1350" b="1">
                <a:solidFill>
                  <a:srgbClr val="1E7A78"/>
                </a:solidFill>
                <a:latin typeface="Arial"/>
                <a:ea typeface="Arial"/>
                <a:cs typeface="Arial"/>
              </a:rPr>
              <a:t>No artificial negatives or performance claims are used.</a:t>
            </a:r>
          </a:p>
        </p:txBody>
      </p:sp>
    </p:spTree>
    <p:extLst>
      <p:ext uri="{BB962C8B-B14F-4D97-AF65-F5344CB8AC3E}">
        <p14:creationId xmlns:p14="http://schemas.microsoft.com/office/powerpoint/2010/main" val="7290538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C9191AD-9208-4FB2-89DE-388149C86ED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E7A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71AE2F-E988-4DDD-86FB-72F8EB3B3EA4}"/>
              </a:ext>
            </a:extLst>
          </p:cNvPr>
          <p:cNvSpPr>
            <a:spLocks xmlns:a="http://schemas.openxmlformats.org/drawingml/2006/main" noGrp="1"/>
          </p:cNvSpPr>
          <p:nvPr/>
        </p:nvSpPr>
        <p:spPr>
          <a:xfrm xmlns:a="http://schemas.openxmlformats.org/drawingml/2006/main">
            <a:off x="685800" y="4572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12304A"/>
                </a:solidFill>
                <a:latin typeface="Arial"/>
                <a:ea typeface="Arial"/>
                <a:cs typeface="Arial"/>
              </a:defRPr>
            </a:defPPr>
            <a:lvl1pPr algn="l">
              <a:defRPr sz="2700" b="1">
                <a:solidFill>
                  <a:srgbClr val="12304A"/>
                </a:solidFill>
                <a:latin typeface="Arial"/>
                <a:ea typeface="Arial"/>
                <a:cs typeface="Arial"/>
              </a:defRPr>
            </a:lvl1pPr>
            <a:lvl2pPr algn="l">
              <a:defRPr sz="2700" b="1">
                <a:solidFill>
                  <a:srgbClr val="12304A"/>
                </a:solidFill>
                <a:latin typeface="Arial"/>
                <a:ea typeface="Arial"/>
                <a:cs typeface="Arial"/>
              </a:defRPr>
            </a:lvl2pPr>
            <a:lvl3pPr algn="l">
              <a:defRPr sz="2700" b="1">
                <a:solidFill>
                  <a:srgbClr val="12304A"/>
                </a:solidFill>
                <a:latin typeface="Arial"/>
                <a:ea typeface="Arial"/>
                <a:cs typeface="Arial"/>
              </a:defRPr>
            </a:lvl3pPr>
            <a:lvl4pPr algn="l">
              <a:defRPr sz="2700" b="1">
                <a:solidFill>
                  <a:srgbClr val="12304A"/>
                </a:solidFill>
                <a:latin typeface="Arial"/>
                <a:ea typeface="Arial"/>
                <a:cs typeface="Arial"/>
              </a:defRPr>
            </a:lvl4pPr>
            <a:lvl5pPr algn="l">
              <a:defRPr sz="2700" b="1">
                <a:solidFill>
                  <a:srgbClr val="12304A"/>
                </a:solidFill>
                <a:latin typeface="Arial"/>
                <a:ea typeface="Arial"/>
                <a:cs typeface="Arial"/>
              </a:defRPr>
            </a:lvl5pPr>
            <a:lvl6pPr algn="l">
              <a:defRPr sz="2700" b="1">
                <a:solidFill>
                  <a:srgbClr val="12304A"/>
                </a:solidFill>
                <a:latin typeface="Arial"/>
                <a:ea typeface="Arial"/>
                <a:cs typeface="Arial"/>
              </a:defRPr>
            </a:lvl6pPr>
            <a:lvl7pPr algn="l">
              <a:defRPr sz="2700" b="1">
                <a:solidFill>
                  <a:srgbClr val="12304A"/>
                </a:solidFill>
                <a:latin typeface="Arial"/>
                <a:ea typeface="Arial"/>
                <a:cs typeface="Arial"/>
              </a:defRPr>
            </a:lvl7pPr>
            <a:lvl8pPr algn="l">
              <a:defRPr sz="2700" b="1">
                <a:solidFill>
                  <a:srgbClr val="12304A"/>
                </a:solidFill>
                <a:latin typeface="Arial"/>
                <a:ea typeface="Arial"/>
                <a:cs typeface="Arial"/>
              </a:defRPr>
            </a:lvl8pPr>
            <a:lvl9pPr algn="l">
              <a:defRPr sz="2700" b="1">
                <a:solidFill>
                  <a:srgbClr val="12304A"/>
                </a:solidFill>
                <a:latin typeface="Arial"/>
                <a:ea typeface="Arial"/>
                <a:cs typeface="Arial"/>
              </a:defRPr>
            </a:lvl9pPr>
          </a:lstStyle>
          <a:p xmlns:a="http://schemas.openxmlformats.org/drawingml/2006/main">
            <a:pPr algn="l">
              <a:lnSpc>
                <a:spcPct val="108000"/>
              </a:lnSpc>
              <a:buNone/>
              <a:defRPr sz="2700" b="1">
                <a:solidFill>
                  <a:srgbClr val="12304A"/>
                </a:solidFill>
                <a:latin typeface="Arial"/>
                <a:ea typeface="Arial"/>
                <a:cs typeface="Arial"/>
              </a:defRPr>
            </a:pPr>
            <a:r>
              <a:rPr sz="2700" b="1">
                <a:solidFill>
                  <a:srgbClr val="12304A"/>
                </a:solidFill>
                <a:latin typeface="Arial"/>
                <a:ea typeface="Arial"/>
                <a:cs typeface="Arial"/>
              </a:rPr>
              <a:t>What can be demonstrated today</a:t>
            </a:r>
          </a:p>
        </p:txBody>
      </p:sp>
      <p:sp>
        <p:nvSpPr>
          <p:cNvPr id="3" name="">
            <a:extLst xmlns:a="http://schemas.openxmlformats.org/drawingml/2006/main">
              <a:ext uri="{FF2B5EF4-FFF2-40B4-BE49-F238E27FC236}">
                <a16:creationId xmlns:a16="http://schemas.microsoft.com/office/drawing/2014/main" id="{9D475333-A29E-4E63-991E-108B5A9C9D94}"/>
              </a:ext>
            </a:extLst>
          </p:cNvPr>
          <p:cNvSpPr>
            <a:spLocks xmlns:a="http://schemas.openxmlformats.org/drawingml/2006/main" noGrp="1"/>
          </p:cNvSpPr>
          <p:nvPr/>
        </p:nvSpPr>
        <p:spPr>
          <a:xfrm xmlns:a="http://schemas.openxmlformats.org/drawingml/2006/main">
            <a:off x="685800" y="6191250"/>
            <a:ext cx="10820400" cy="9525"/>
          </a:xfrm>
          <a:prstGeom xmlns:a="http://schemas.openxmlformats.org/drawingml/2006/main" prst="line">
            <a:avLst/>
          </a:prstGeom>
          <a:solidFill xmlns:a="http://schemas.openxmlformats.org/drawingml/2006/main">
            <a:srgbClr val="D7E1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5DBFCFF-47F4-4FA7-86FC-63C04AE23F49}"/>
              </a:ext>
            </a:extLst>
          </p:cNvPr>
          <p:cNvSpPr>
            <a:spLocks xmlns:a="http://schemas.openxmlformats.org/drawingml/2006/main" noGrp="1"/>
          </p:cNvSpPr>
          <p:nvPr/>
        </p:nvSpPr>
        <p:spPr>
          <a:xfrm xmlns:a="http://schemas.openxmlformats.org/drawingml/2006/main">
            <a:off x="685800" y="634365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F7483"/>
                </a:solidFill>
                <a:latin typeface="Arial"/>
                <a:ea typeface="Arial"/>
                <a:cs typeface="Arial"/>
              </a:defRPr>
            </a:defPPr>
            <a:lvl1pPr algn="l">
              <a:defRPr sz="975" b="0">
                <a:solidFill>
                  <a:srgbClr val="5F7483"/>
                </a:solidFill>
                <a:latin typeface="Arial"/>
                <a:ea typeface="Arial"/>
                <a:cs typeface="Arial"/>
              </a:defRPr>
            </a:lvl1pPr>
            <a:lvl2pPr algn="l">
              <a:defRPr sz="975" b="0">
                <a:solidFill>
                  <a:srgbClr val="5F7483"/>
                </a:solidFill>
                <a:latin typeface="Arial"/>
                <a:ea typeface="Arial"/>
                <a:cs typeface="Arial"/>
              </a:defRPr>
            </a:lvl2pPr>
            <a:lvl3pPr algn="l">
              <a:defRPr sz="975" b="0">
                <a:solidFill>
                  <a:srgbClr val="5F7483"/>
                </a:solidFill>
                <a:latin typeface="Arial"/>
                <a:ea typeface="Arial"/>
                <a:cs typeface="Arial"/>
              </a:defRPr>
            </a:lvl3pPr>
            <a:lvl4pPr algn="l">
              <a:defRPr sz="975" b="0">
                <a:solidFill>
                  <a:srgbClr val="5F7483"/>
                </a:solidFill>
                <a:latin typeface="Arial"/>
                <a:ea typeface="Arial"/>
                <a:cs typeface="Arial"/>
              </a:defRPr>
            </a:lvl4pPr>
            <a:lvl5pPr algn="l">
              <a:defRPr sz="975" b="0">
                <a:solidFill>
                  <a:srgbClr val="5F7483"/>
                </a:solidFill>
                <a:latin typeface="Arial"/>
                <a:ea typeface="Arial"/>
                <a:cs typeface="Arial"/>
              </a:defRPr>
            </a:lvl5pPr>
            <a:lvl6pPr algn="l">
              <a:defRPr sz="975" b="0">
                <a:solidFill>
                  <a:srgbClr val="5F7483"/>
                </a:solidFill>
                <a:latin typeface="Arial"/>
                <a:ea typeface="Arial"/>
                <a:cs typeface="Arial"/>
              </a:defRPr>
            </a:lvl6pPr>
            <a:lvl7pPr algn="l">
              <a:defRPr sz="975" b="0">
                <a:solidFill>
                  <a:srgbClr val="5F7483"/>
                </a:solidFill>
                <a:latin typeface="Arial"/>
                <a:ea typeface="Arial"/>
                <a:cs typeface="Arial"/>
              </a:defRPr>
            </a:lvl7pPr>
            <a:lvl8pPr algn="l">
              <a:defRPr sz="975" b="0">
                <a:solidFill>
                  <a:srgbClr val="5F7483"/>
                </a:solidFill>
                <a:latin typeface="Arial"/>
                <a:ea typeface="Arial"/>
                <a:cs typeface="Arial"/>
              </a:defRPr>
            </a:lvl8pPr>
            <a:lvl9pPr algn="l">
              <a:defRPr sz="975" b="0">
                <a:solidFill>
                  <a:srgbClr val="5F7483"/>
                </a:solidFill>
                <a:latin typeface="Arial"/>
                <a:ea typeface="Arial"/>
                <a:cs typeface="Arial"/>
              </a:defRPr>
            </a:lvl9pPr>
          </a:lstStyle>
          <a:p xmlns:a="http://schemas.openxmlformats.org/drawingml/2006/main">
            <a:pPr algn="l">
              <a:lnSpc>
                <a:spcPct val="108000"/>
              </a:lnSpc>
              <a:buNone/>
              <a:defRPr sz="975" b="0">
                <a:solidFill>
                  <a:srgbClr val="5F7483"/>
                </a:solidFill>
                <a:latin typeface="Arial"/>
                <a:ea typeface="Arial"/>
                <a:cs typeface="Arial"/>
              </a:defRPr>
            </a:pPr>
            <a:r>
              <a:rPr sz="975" b="0">
                <a:solidFill>
                  <a:srgbClr val="5F7483"/>
                </a:solidFill>
                <a:latin typeface="Arial"/>
                <a:ea typeface="Arial"/>
                <a:cs typeface="Arial"/>
              </a:rPr>
              <a:t>StrokeProt-AI | Research project update | 25 Oct 2026</a:t>
            </a:r>
          </a:p>
        </p:txBody>
      </p:sp>
      <p:sp>
        <p:nvSpPr>
          <p:cNvPr id="5" name="">
            <a:extLst xmlns:a="http://schemas.openxmlformats.org/drawingml/2006/main">
              <a:ext uri="{FF2B5EF4-FFF2-40B4-BE49-F238E27FC236}">
                <a16:creationId xmlns:a16="http://schemas.microsoft.com/office/drawing/2014/main" id="{A661C453-942E-4CD3-BDD8-AA2FC8A6A83D}"/>
              </a:ext>
            </a:extLst>
          </p:cNvPr>
          <p:cNvSpPr>
            <a:spLocks xmlns:a="http://schemas.openxmlformats.org/drawingml/2006/main" noGrp="1"/>
          </p:cNvSpPr>
          <p:nvPr/>
        </p:nvSpPr>
        <p:spPr>
          <a:xfrm xmlns:a="http://schemas.openxmlformats.org/drawingml/2006/main">
            <a:off x="10953750" y="63150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a:solidFill>
                  <a:srgbClr val="5F7483"/>
                </a:solidFill>
                <a:latin typeface="Arial"/>
                <a:ea typeface="Arial"/>
                <a:cs typeface="Arial"/>
              </a:defRPr>
            </a:defPPr>
            <a:lvl1pPr algn="r">
              <a:defRPr sz="1050" b="1">
                <a:solidFill>
                  <a:srgbClr val="5F7483"/>
                </a:solidFill>
                <a:latin typeface="Arial"/>
                <a:ea typeface="Arial"/>
                <a:cs typeface="Arial"/>
              </a:defRPr>
            </a:lvl1pPr>
            <a:lvl2pPr algn="r">
              <a:defRPr sz="1050" b="1">
                <a:solidFill>
                  <a:srgbClr val="5F7483"/>
                </a:solidFill>
                <a:latin typeface="Arial"/>
                <a:ea typeface="Arial"/>
                <a:cs typeface="Arial"/>
              </a:defRPr>
            </a:lvl2pPr>
            <a:lvl3pPr algn="r">
              <a:defRPr sz="1050" b="1">
                <a:solidFill>
                  <a:srgbClr val="5F7483"/>
                </a:solidFill>
                <a:latin typeface="Arial"/>
                <a:ea typeface="Arial"/>
                <a:cs typeface="Arial"/>
              </a:defRPr>
            </a:lvl3pPr>
            <a:lvl4pPr algn="r">
              <a:defRPr sz="1050" b="1">
                <a:solidFill>
                  <a:srgbClr val="5F7483"/>
                </a:solidFill>
                <a:latin typeface="Arial"/>
                <a:ea typeface="Arial"/>
                <a:cs typeface="Arial"/>
              </a:defRPr>
            </a:lvl4pPr>
            <a:lvl5pPr algn="r">
              <a:defRPr sz="1050" b="1">
                <a:solidFill>
                  <a:srgbClr val="5F7483"/>
                </a:solidFill>
                <a:latin typeface="Arial"/>
                <a:ea typeface="Arial"/>
                <a:cs typeface="Arial"/>
              </a:defRPr>
            </a:lvl5pPr>
            <a:lvl6pPr algn="r">
              <a:defRPr sz="1050" b="1">
                <a:solidFill>
                  <a:srgbClr val="5F7483"/>
                </a:solidFill>
                <a:latin typeface="Arial"/>
                <a:ea typeface="Arial"/>
                <a:cs typeface="Arial"/>
              </a:defRPr>
            </a:lvl6pPr>
            <a:lvl7pPr algn="r">
              <a:defRPr sz="1050" b="1">
                <a:solidFill>
                  <a:srgbClr val="5F7483"/>
                </a:solidFill>
                <a:latin typeface="Arial"/>
                <a:ea typeface="Arial"/>
                <a:cs typeface="Arial"/>
              </a:defRPr>
            </a:lvl7pPr>
            <a:lvl8pPr algn="r">
              <a:defRPr sz="1050" b="1">
                <a:solidFill>
                  <a:srgbClr val="5F7483"/>
                </a:solidFill>
                <a:latin typeface="Arial"/>
                <a:ea typeface="Arial"/>
                <a:cs typeface="Arial"/>
              </a:defRPr>
            </a:lvl8pPr>
            <a:lvl9pPr algn="r">
              <a:defRPr sz="1050" b="1">
                <a:solidFill>
                  <a:srgbClr val="5F7483"/>
                </a:solidFill>
                <a:latin typeface="Arial"/>
                <a:ea typeface="Arial"/>
                <a:cs typeface="Arial"/>
              </a:defRPr>
            </a:lvl9pPr>
          </a:lstStyle>
          <a:p xmlns:a="http://schemas.openxmlformats.org/drawingml/2006/main">
            <a:pPr algn="r">
              <a:lnSpc>
                <a:spcPct val="108000"/>
              </a:lnSpc>
              <a:buNone/>
              <a:defRPr sz="1050" b="1">
                <a:solidFill>
                  <a:srgbClr val="5F7483"/>
                </a:solidFill>
                <a:latin typeface="Arial"/>
                <a:ea typeface="Arial"/>
                <a:cs typeface="Arial"/>
              </a:defRPr>
            </a:pPr>
            <a:r>
              <a:rPr sz="1050" b="1">
                <a:solidFill>
                  <a:srgbClr val="5F7483"/>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18B53956-D476-4704-B84A-9B74E665CDE6}"/>
              </a:ext>
            </a:extLst>
          </p:cNvPr>
          <p:cNvSpPr>
            <a:spLocks xmlns:a="http://schemas.openxmlformats.org/drawingml/2006/main" noGrp="1"/>
          </p:cNvSpPr>
          <p:nvPr/>
        </p:nvSpPr>
        <p:spPr>
          <a:xfrm xmlns:a="http://schemas.openxmlformats.org/drawingml/2006/main">
            <a:off x="685800" y="1381125"/>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E7A78"/>
                </a:solidFill>
                <a:latin typeface="Arial"/>
                <a:ea typeface="Arial"/>
                <a:cs typeface="Arial"/>
              </a:defRPr>
            </a:defPPr>
            <a:lvl1pPr algn="l">
              <a:defRPr sz="1650" b="1">
                <a:solidFill>
                  <a:srgbClr val="1E7A78"/>
                </a:solidFill>
                <a:latin typeface="Arial"/>
                <a:ea typeface="Arial"/>
                <a:cs typeface="Arial"/>
              </a:defRPr>
            </a:lvl1pPr>
            <a:lvl2pPr algn="l">
              <a:defRPr sz="1650" b="1">
                <a:solidFill>
                  <a:srgbClr val="1E7A78"/>
                </a:solidFill>
                <a:latin typeface="Arial"/>
                <a:ea typeface="Arial"/>
                <a:cs typeface="Arial"/>
              </a:defRPr>
            </a:lvl2pPr>
            <a:lvl3pPr algn="l">
              <a:defRPr sz="1650" b="1">
                <a:solidFill>
                  <a:srgbClr val="1E7A78"/>
                </a:solidFill>
                <a:latin typeface="Arial"/>
                <a:ea typeface="Arial"/>
                <a:cs typeface="Arial"/>
              </a:defRPr>
            </a:lvl3pPr>
            <a:lvl4pPr algn="l">
              <a:defRPr sz="1650" b="1">
                <a:solidFill>
                  <a:srgbClr val="1E7A78"/>
                </a:solidFill>
                <a:latin typeface="Arial"/>
                <a:ea typeface="Arial"/>
                <a:cs typeface="Arial"/>
              </a:defRPr>
            </a:lvl4pPr>
            <a:lvl5pPr algn="l">
              <a:defRPr sz="1650" b="1">
                <a:solidFill>
                  <a:srgbClr val="1E7A78"/>
                </a:solidFill>
                <a:latin typeface="Arial"/>
                <a:ea typeface="Arial"/>
                <a:cs typeface="Arial"/>
              </a:defRPr>
            </a:lvl5pPr>
            <a:lvl6pPr algn="l">
              <a:defRPr sz="1650" b="1">
                <a:solidFill>
                  <a:srgbClr val="1E7A78"/>
                </a:solidFill>
                <a:latin typeface="Arial"/>
                <a:ea typeface="Arial"/>
                <a:cs typeface="Arial"/>
              </a:defRPr>
            </a:lvl6pPr>
            <a:lvl7pPr algn="l">
              <a:defRPr sz="1650" b="1">
                <a:solidFill>
                  <a:srgbClr val="1E7A78"/>
                </a:solidFill>
                <a:latin typeface="Arial"/>
                <a:ea typeface="Arial"/>
                <a:cs typeface="Arial"/>
              </a:defRPr>
            </a:lvl7pPr>
            <a:lvl8pPr algn="l">
              <a:defRPr sz="1650" b="1">
                <a:solidFill>
                  <a:srgbClr val="1E7A78"/>
                </a:solidFill>
                <a:latin typeface="Arial"/>
                <a:ea typeface="Arial"/>
                <a:cs typeface="Arial"/>
              </a:defRPr>
            </a:lvl8pPr>
            <a:lvl9pPr algn="l">
              <a:defRPr sz="1650" b="1">
                <a:solidFill>
                  <a:srgbClr val="1E7A78"/>
                </a:solidFill>
                <a:latin typeface="Arial"/>
                <a:ea typeface="Arial"/>
                <a:cs typeface="Arial"/>
              </a:defRPr>
            </a:lvl9pPr>
          </a:lstStyle>
          <a:p xmlns:a="http://schemas.openxmlformats.org/drawingml/2006/main">
            <a:pPr algn="l">
              <a:lnSpc>
                <a:spcPct val="108000"/>
              </a:lnSpc>
              <a:buNone/>
              <a:defRPr sz="1650" b="1">
                <a:solidFill>
                  <a:srgbClr val="1E7A78"/>
                </a:solidFill>
                <a:latin typeface="Arial"/>
                <a:ea typeface="Arial"/>
                <a:cs typeface="Arial"/>
              </a:defRPr>
            </a:pPr>
            <a:r>
              <a:rPr sz="1650" b="1">
                <a:solidFill>
                  <a:srgbClr val="1E7A78"/>
                </a:solidFill>
                <a:latin typeface="Arial"/>
                <a:ea typeface="Arial"/>
                <a:cs typeface="Arial"/>
              </a:rPr>
              <a:t>Show now</a:t>
            </a:r>
          </a:p>
        </p:txBody>
      </p:sp>
      <p:sp>
        <p:nvSpPr>
          <p:cNvPr id="7" name="">
            <a:extLst xmlns:a="http://schemas.openxmlformats.org/drawingml/2006/main">
              <a:ext uri="{FF2B5EF4-FFF2-40B4-BE49-F238E27FC236}">
                <a16:creationId xmlns:a16="http://schemas.microsoft.com/office/drawing/2014/main" id="{40BE7593-7955-42E6-AEB3-A045DC3F566F}"/>
              </a:ext>
            </a:extLst>
          </p:cNvPr>
          <p:cNvSpPr>
            <a:spLocks xmlns:a="http://schemas.openxmlformats.org/drawingml/2006/main" noGrp="1"/>
          </p:cNvSpPr>
          <p:nvPr/>
        </p:nvSpPr>
        <p:spPr>
          <a:xfrm xmlns:a="http://schemas.openxmlformats.org/drawingml/2006/main">
            <a:off x="685800" y="1809750"/>
            <a:ext cx="4476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2304A"/>
                </a:solidFill>
                <a:latin typeface="Arial"/>
                <a:ea typeface="Arial"/>
                <a:cs typeface="Arial"/>
              </a:defRPr>
            </a:defPPr>
            <a:lvl1pPr algn="l">
              <a:defRPr sz="1875" b="1">
                <a:solidFill>
                  <a:srgbClr val="12304A"/>
                </a:solidFill>
                <a:latin typeface="Arial"/>
                <a:ea typeface="Arial"/>
                <a:cs typeface="Arial"/>
              </a:defRPr>
            </a:lvl1pPr>
            <a:lvl2pPr algn="l">
              <a:defRPr sz="1875" b="1">
                <a:solidFill>
                  <a:srgbClr val="12304A"/>
                </a:solidFill>
                <a:latin typeface="Arial"/>
                <a:ea typeface="Arial"/>
                <a:cs typeface="Arial"/>
              </a:defRPr>
            </a:lvl2pPr>
            <a:lvl3pPr algn="l">
              <a:defRPr sz="1875" b="1">
                <a:solidFill>
                  <a:srgbClr val="12304A"/>
                </a:solidFill>
                <a:latin typeface="Arial"/>
                <a:ea typeface="Arial"/>
                <a:cs typeface="Arial"/>
              </a:defRPr>
            </a:lvl3pPr>
            <a:lvl4pPr algn="l">
              <a:defRPr sz="1875" b="1">
                <a:solidFill>
                  <a:srgbClr val="12304A"/>
                </a:solidFill>
                <a:latin typeface="Arial"/>
                <a:ea typeface="Arial"/>
                <a:cs typeface="Arial"/>
              </a:defRPr>
            </a:lvl4pPr>
            <a:lvl5pPr algn="l">
              <a:defRPr sz="1875" b="1">
                <a:solidFill>
                  <a:srgbClr val="12304A"/>
                </a:solidFill>
                <a:latin typeface="Arial"/>
                <a:ea typeface="Arial"/>
                <a:cs typeface="Arial"/>
              </a:defRPr>
            </a:lvl5pPr>
            <a:lvl6pPr algn="l">
              <a:defRPr sz="1875" b="1">
                <a:solidFill>
                  <a:srgbClr val="12304A"/>
                </a:solidFill>
                <a:latin typeface="Arial"/>
                <a:ea typeface="Arial"/>
                <a:cs typeface="Arial"/>
              </a:defRPr>
            </a:lvl6pPr>
            <a:lvl7pPr algn="l">
              <a:defRPr sz="1875" b="1">
                <a:solidFill>
                  <a:srgbClr val="12304A"/>
                </a:solidFill>
                <a:latin typeface="Arial"/>
                <a:ea typeface="Arial"/>
                <a:cs typeface="Arial"/>
              </a:defRPr>
            </a:lvl7pPr>
            <a:lvl8pPr algn="l">
              <a:defRPr sz="1875" b="1">
                <a:solidFill>
                  <a:srgbClr val="12304A"/>
                </a:solidFill>
                <a:latin typeface="Arial"/>
                <a:ea typeface="Arial"/>
                <a:cs typeface="Arial"/>
              </a:defRPr>
            </a:lvl8pPr>
            <a:lvl9pPr algn="l">
              <a:defRPr sz="1875" b="1">
                <a:solidFill>
                  <a:srgbClr val="12304A"/>
                </a:solidFill>
                <a:latin typeface="Arial"/>
                <a:ea typeface="Arial"/>
                <a:cs typeface="Arial"/>
              </a:defRPr>
            </a:lvl9pPr>
          </a:lstStyle>
          <a:p xmlns:a="http://schemas.openxmlformats.org/drawingml/2006/main">
            <a:pPr algn="l">
              <a:lnSpc>
                <a:spcPct val="108000"/>
              </a:lnSpc>
              <a:buNone/>
              <a:defRPr sz="1875" b="1">
                <a:solidFill>
                  <a:srgbClr val="12304A"/>
                </a:solidFill>
                <a:latin typeface="Arial"/>
                <a:ea typeface="Arial"/>
                <a:cs typeface="Arial"/>
              </a:defRPr>
            </a:pPr>
            <a:r>
              <a:rPr sz="1875" b="1">
                <a:solidFill>
                  <a:srgbClr val="12304A"/>
                </a:solidFill>
                <a:latin typeface="Arial"/>
                <a:ea typeface="Arial"/>
                <a:cs typeface="Arial"/>
              </a:rPr>
              <a:t>Evidence curation, sequence provenance, validation checks, and the readiness report.</a:t>
            </a:r>
          </a:p>
        </p:txBody>
      </p:sp>
      <p:sp>
        <p:nvSpPr>
          <p:cNvPr id="8" name="">
            <a:extLst xmlns:a="http://schemas.openxmlformats.org/drawingml/2006/main">
              <a:ext uri="{FF2B5EF4-FFF2-40B4-BE49-F238E27FC236}">
                <a16:creationId xmlns:a16="http://schemas.microsoft.com/office/drawing/2014/main" id="{E7DF96A3-225E-4B99-98F2-FF3FC8CF132D}"/>
              </a:ext>
            </a:extLst>
          </p:cNvPr>
          <p:cNvSpPr>
            <a:spLocks xmlns:a="http://schemas.openxmlformats.org/drawingml/2006/main" noGrp="1"/>
          </p:cNvSpPr>
          <p:nvPr/>
        </p:nvSpPr>
        <p:spPr>
          <a:xfrm xmlns:a="http://schemas.openxmlformats.org/drawingml/2006/main">
            <a:off x="6334125" y="1381125"/>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B74842"/>
                </a:solidFill>
                <a:latin typeface="Arial"/>
                <a:ea typeface="Arial"/>
                <a:cs typeface="Arial"/>
              </a:defRPr>
            </a:defPPr>
            <a:lvl1pPr algn="l">
              <a:defRPr sz="1650" b="1">
                <a:solidFill>
                  <a:srgbClr val="B74842"/>
                </a:solidFill>
                <a:latin typeface="Arial"/>
                <a:ea typeface="Arial"/>
                <a:cs typeface="Arial"/>
              </a:defRPr>
            </a:lvl1pPr>
            <a:lvl2pPr algn="l">
              <a:defRPr sz="1650" b="1">
                <a:solidFill>
                  <a:srgbClr val="B74842"/>
                </a:solidFill>
                <a:latin typeface="Arial"/>
                <a:ea typeface="Arial"/>
                <a:cs typeface="Arial"/>
              </a:defRPr>
            </a:lvl2pPr>
            <a:lvl3pPr algn="l">
              <a:defRPr sz="1650" b="1">
                <a:solidFill>
                  <a:srgbClr val="B74842"/>
                </a:solidFill>
                <a:latin typeface="Arial"/>
                <a:ea typeface="Arial"/>
                <a:cs typeface="Arial"/>
              </a:defRPr>
            </a:lvl3pPr>
            <a:lvl4pPr algn="l">
              <a:defRPr sz="1650" b="1">
                <a:solidFill>
                  <a:srgbClr val="B74842"/>
                </a:solidFill>
                <a:latin typeface="Arial"/>
                <a:ea typeface="Arial"/>
                <a:cs typeface="Arial"/>
              </a:defRPr>
            </a:lvl4pPr>
            <a:lvl5pPr algn="l">
              <a:defRPr sz="1650" b="1">
                <a:solidFill>
                  <a:srgbClr val="B74842"/>
                </a:solidFill>
                <a:latin typeface="Arial"/>
                <a:ea typeface="Arial"/>
                <a:cs typeface="Arial"/>
              </a:defRPr>
            </a:lvl5pPr>
            <a:lvl6pPr algn="l">
              <a:defRPr sz="1650" b="1">
                <a:solidFill>
                  <a:srgbClr val="B74842"/>
                </a:solidFill>
                <a:latin typeface="Arial"/>
                <a:ea typeface="Arial"/>
                <a:cs typeface="Arial"/>
              </a:defRPr>
            </a:lvl6pPr>
            <a:lvl7pPr algn="l">
              <a:defRPr sz="1650" b="1">
                <a:solidFill>
                  <a:srgbClr val="B74842"/>
                </a:solidFill>
                <a:latin typeface="Arial"/>
                <a:ea typeface="Arial"/>
                <a:cs typeface="Arial"/>
              </a:defRPr>
            </a:lvl7pPr>
            <a:lvl8pPr algn="l">
              <a:defRPr sz="1650" b="1">
                <a:solidFill>
                  <a:srgbClr val="B74842"/>
                </a:solidFill>
                <a:latin typeface="Arial"/>
                <a:ea typeface="Arial"/>
                <a:cs typeface="Arial"/>
              </a:defRPr>
            </a:lvl8pPr>
            <a:lvl9pPr algn="l">
              <a:defRPr sz="1650" b="1">
                <a:solidFill>
                  <a:srgbClr val="B74842"/>
                </a:solidFill>
                <a:latin typeface="Arial"/>
                <a:ea typeface="Arial"/>
                <a:cs typeface="Arial"/>
              </a:defRPr>
            </a:lvl9pPr>
          </a:lstStyle>
          <a:p xmlns:a="http://schemas.openxmlformats.org/drawingml/2006/main">
            <a:pPr algn="l">
              <a:lnSpc>
                <a:spcPct val="108000"/>
              </a:lnSpc>
              <a:buNone/>
              <a:defRPr sz="1650" b="1">
                <a:solidFill>
                  <a:srgbClr val="B74842"/>
                </a:solidFill>
                <a:latin typeface="Arial"/>
                <a:ea typeface="Arial"/>
                <a:cs typeface="Arial"/>
              </a:defRPr>
            </a:pPr>
            <a:r>
              <a:rPr sz="1650" b="1">
                <a:solidFill>
                  <a:srgbClr val="B74842"/>
                </a:solidFill>
                <a:latin typeface="Arial"/>
                <a:ea typeface="Arial"/>
                <a:cs typeface="Arial"/>
              </a:rPr>
              <a:t>Do not present as</a:t>
            </a:r>
          </a:p>
        </p:txBody>
      </p:sp>
      <p:sp>
        <p:nvSpPr>
          <p:cNvPr id="9" name="">
            <a:extLst xmlns:a="http://schemas.openxmlformats.org/drawingml/2006/main">
              <a:ext uri="{FF2B5EF4-FFF2-40B4-BE49-F238E27FC236}">
                <a16:creationId xmlns:a16="http://schemas.microsoft.com/office/drawing/2014/main" id="{DF9887A2-B722-4B59-B54B-088CAC54D7AC}"/>
              </a:ext>
            </a:extLst>
          </p:cNvPr>
          <p:cNvSpPr>
            <a:spLocks xmlns:a="http://schemas.openxmlformats.org/drawingml/2006/main" noGrp="1"/>
          </p:cNvSpPr>
          <p:nvPr/>
        </p:nvSpPr>
        <p:spPr>
          <a:xfrm xmlns:a="http://schemas.openxmlformats.org/drawingml/2006/main">
            <a:off x="6334125" y="1809750"/>
            <a:ext cx="4572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8354B"/>
                </a:solidFill>
                <a:latin typeface="Arial"/>
                <a:ea typeface="Arial"/>
                <a:cs typeface="Arial"/>
              </a:defRPr>
            </a:defPPr>
            <a:lvl1pPr algn="l">
              <a:defRPr sz="1875" b="1">
                <a:solidFill>
                  <a:srgbClr val="18354B"/>
                </a:solidFill>
                <a:latin typeface="Arial"/>
                <a:ea typeface="Arial"/>
                <a:cs typeface="Arial"/>
              </a:defRPr>
            </a:lvl1pPr>
            <a:lvl2pPr algn="l">
              <a:defRPr sz="1875" b="1">
                <a:solidFill>
                  <a:srgbClr val="18354B"/>
                </a:solidFill>
                <a:latin typeface="Arial"/>
                <a:ea typeface="Arial"/>
                <a:cs typeface="Arial"/>
              </a:defRPr>
            </a:lvl2pPr>
            <a:lvl3pPr algn="l">
              <a:defRPr sz="1875" b="1">
                <a:solidFill>
                  <a:srgbClr val="18354B"/>
                </a:solidFill>
                <a:latin typeface="Arial"/>
                <a:ea typeface="Arial"/>
                <a:cs typeface="Arial"/>
              </a:defRPr>
            </a:lvl3pPr>
            <a:lvl4pPr algn="l">
              <a:defRPr sz="1875" b="1">
                <a:solidFill>
                  <a:srgbClr val="18354B"/>
                </a:solidFill>
                <a:latin typeface="Arial"/>
                <a:ea typeface="Arial"/>
                <a:cs typeface="Arial"/>
              </a:defRPr>
            </a:lvl4pPr>
            <a:lvl5pPr algn="l">
              <a:defRPr sz="1875" b="1">
                <a:solidFill>
                  <a:srgbClr val="18354B"/>
                </a:solidFill>
                <a:latin typeface="Arial"/>
                <a:ea typeface="Arial"/>
                <a:cs typeface="Arial"/>
              </a:defRPr>
            </a:lvl5pPr>
            <a:lvl6pPr algn="l">
              <a:defRPr sz="1875" b="1">
                <a:solidFill>
                  <a:srgbClr val="18354B"/>
                </a:solidFill>
                <a:latin typeface="Arial"/>
                <a:ea typeface="Arial"/>
                <a:cs typeface="Arial"/>
              </a:defRPr>
            </a:lvl6pPr>
            <a:lvl7pPr algn="l">
              <a:defRPr sz="1875" b="1">
                <a:solidFill>
                  <a:srgbClr val="18354B"/>
                </a:solidFill>
                <a:latin typeface="Arial"/>
                <a:ea typeface="Arial"/>
                <a:cs typeface="Arial"/>
              </a:defRPr>
            </a:lvl7pPr>
            <a:lvl8pPr algn="l">
              <a:defRPr sz="1875" b="1">
                <a:solidFill>
                  <a:srgbClr val="18354B"/>
                </a:solidFill>
                <a:latin typeface="Arial"/>
                <a:ea typeface="Arial"/>
                <a:cs typeface="Arial"/>
              </a:defRPr>
            </a:lvl8pPr>
            <a:lvl9pPr algn="l">
              <a:defRPr sz="1875" b="1">
                <a:solidFill>
                  <a:srgbClr val="18354B"/>
                </a:solidFill>
                <a:latin typeface="Arial"/>
                <a:ea typeface="Arial"/>
                <a:cs typeface="Arial"/>
              </a:defRPr>
            </a:lvl9pPr>
          </a:lstStyle>
          <a:p xmlns:a="http://schemas.openxmlformats.org/drawingml/2006/main">
            <a:pPr algn="l">
              <a:lnSpc>
                <a:spcPct val="108000"/>
              </a:lnSpc>
              <a:buNone/>
              <a:defRPr sz="1875" b="1">
                <a:solidFill>
                  <a:srgbClr val="18354B"/>
                </a:solidFill>
                <a:latin typeface="Arial"/>
                <a:ea typeface="Arial"/>
                <a:cs typeface="Arial"/>
              </a:defRPr>
            </a:pPr>
            <a:r>
              <a:rPr sz="1875" b="1">
                <a:solidFill>
                  <a:srgbClr val="18354B"/>
                </a:solidFill>
                <a:latin typeface="Arial"/>
                <a:ea typeface="Arial"/>
                <a:cs typeface="Arial"/>
              </a:rPr>
              <a:t>A trained classifier, a prediction tool, a clinical system, or evidence that any protein causes stroke.</a:t>
            </a:r>
          </a:p>
        </p:txBody>
      </p:sp>
      <p:sp>
        <p:nvSpPr>
          <p:cNvPr id="10" name="">
            <a:extLst xmlns:a="http://schemas.openxmlformats.org/drawingml/2006/main">
              <a:ext uri="{FF2B5EF4-FFF2-40B4-BE49-F238E27FC236}">
                <a16:creationId xmlns:a16="http://schemas.microsoft.com/office/drawing/2014/main" id="{44A03729-72E7-42CE-A885-D7B3939FC1D8}"/>
              </a:ext>
            </a:extLst>
          </p:cNvPr>
          <p:cNvSpPr>
            <a:spLocks xmlns:a="http://schemas.openxmlformats.org/drawingml/2006/main" noGrp="1"/>
          </p:cNvSpPr>
          <p:nvPr/>
        </p:nvSpPr>
        <p:spPr>
          <a:xfrm xmlns:a="http://schemas.openxmlformats.org/drawingml/2006/main">
            <a:off x="685800" y="3381375"/>
            <a:ext cx="10668000" cy="9525"/>
          </a:xfrm>
          <a:prstGeom xmlns:a="http://schemas.openxmlformats.org/drawingml/2006/main" prst="line">
            <a:avLst/>
          </a:prstGeom>
          <a:solidFill xmlns:a="http://schemas.openxmlformats.org/drawingml/2006/main">
            <a:srgbClr val="D7E1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A8C2016-0A95-4354-BAFD-A2FFA774BFCF}"/>
              </a:ext>
            </a:extLst>
          </p:cNvPr>
          <p:cNvSpPr>
            <a:spLocks xmlns:a="http://schemas.openxmlformats.org/drawingml/2006/main" noGrp="1"/>
          </p:cNvSpPr>
          <p:nvPr/>
        </p:nvSpPr>
        <p:spPr>
          <a:xfrm xmlns:a="http://schemas.openxmlformats.org/drawingml/2006/main">
            <a:off x="685800" y="37909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E7A78"/>
                </a:solidFill>
                <a:latin typeface="Arial"/>
                <a:ea typeface="Arial"/>
                <a:cs typeface="Arial"/>
              </a:defRPr>
            </a:defPPr>
            <a:lvl1pPr algn="l">
              <a:defRPr sz="1650" b="1">
                <a:solidFill>
                  <a:srgbClr val="1E7A78"/>
                </a:solidFill>
                <a:latin typeface="Arial"/>
                <a:ea typeface="Arial"/>
                <a:cs typeface="Arial"/>
              </a:defRPr>
            </a:lvl1pPr>
            <a:lvl2pPr algn="l">
              <a:defRPr sz="1650" b="1">
                <a:solidFill>
                  <a:srgbClr val="1E7A78"/>
                </a:solidFill>
                <a:latin typeface="Arial"/>
                <a:ea typeface="Arial"/>
                <a:cs typeface="Arial"/>
              </a:defRPr>
            </a:lvl2pPr>
            <a:lvl3pPr algn="l">
              <a:defRPr sz="1650" b="1">
                <a:solidFill>
                  <a:srgbClr val="1E7A78"/>
                </a:solidFill>
                <a:latin typeface="Arial"/>
                <a:ea typeface="Arial"/>
                <a:cs typeface="Arial"/>
              </a:defRPr>
            </a:lvl3pPr>
            <a:lvl4pPr algn="l">
              <a:defRPr sz="1650" b="1">
                <a:solidFill>
                  <a:srgbClr val="1E7A78"/>
                </a:solidFill>
                <a:latin typeface="Arial"/>
                <a:ea typeface="Arial"/>
                <a:cs typeface="Arial"/>
              </a:defRPr>
            </a:lvl4pPr>
            <a:lvl5pPr algn="l">
              <a:defRPr sz="1650" b="1">
                <a:solidFill>
                  <a:srgbClr val="1E7A78"/>
                </a:solidFill>
                <a:latin typeface="Arial"/>
                <a:ea typeface="Arial"/>
                <a:cs typeface="Arial"/>
              </a:defRPr>
            </a:lvl5pPr>
            <a:lvl6pPr algn="l">
              <a:defRPr sz="1650" b="1">
                <a:solidFill>
                  <a:srgbClr val="1E7A78"/>
                </a:solidFill>
                <a:latin typeface="Arial"/>
                <a:ea typeface="Arial"/>
                <a:cs typeface="Arial"/>
              </a:defRPr>
            </a:lvl6pPr>
            <a:lvl7pPr algn="l">
              <a:defRPr sz="1650" b="1">
                <a:solidFill>
                  <a:srgbClr val="1E7A78"/>
                </a:solidFill>
                <a:latin typeface="Arial"/>
                <a:ea typeface="Arial"/>
                <a:cs typeface="Arial"/>
              </a:defRPr>
            </a:lvl7pPr>
            <a:lvl8pPr algn="l">
              <a:defRPr sz="1650" b="1">
                <a:solidFill>
                  <a:srgbClr val="1E7A78"/>
                </a:solidFill>
                <a:latin typeface="Arial"/>
                <a:ea typeface="Arial"/>
                <a:cs typeface="Arial"/>
              </a:defRPr>
            </a:lvl8pPr>
            <a:lvl9pPr algn="l">
              <a:defRPr sz="1650" b="1">
                <a:solidFill>
                  <a:srgbClr val="1E7A78"/>
                </a:solidFill>
                <a:latin typeface="Arial"/>
                <a:ea typeface="Arial"/>
                <a:cs typeface="Arial"/>
              </a:defRPr>
            </a:lvl9pPr>
          </a:lstStyle>
          <a:p xmlns:a="http://schemas.openxmlformats.org/drawingml/2006/main">
            <a:pPr algn="l">
              <a:lnSpc>
                <a:spcPct val="108000"/>
              </a:lnSpc>
              <a:buNone/>
              <a:defRPr sz="1650" b="1">
                <a:solidFill>
                  <a:srgbClr val="1E7A78"/>
                </a:solidFill>
                <a:latin typeface="Arial"/>
                <a:ea typeface="Arial"/>
                <a:cs typeface="Arial"/>
              </a:defRPr>
            </a:pPr>
            <a:r>
              <a:rPr sz="1650" b="1">
                <a:solidFill>
                  <a:srgbClr val="1E7A78"/>
                </a:solidFill>
                <a:latin typeface="Arial"/>
                <a:ea typeface="Arial"/>
                <a:cs typeface="Arial"/>
              </a:rPr>
              <a:t>Safe project statement</a:t>
            </a:r>
          </a:p>
        </p:txBody>
      </p:sp>
      <p:sp>
        <p:nvSpPr>
          <p:cNvPr id="12" name="">
            <a:extLst xmlns:a="http://schemas.openxmlformats.org/drawingml/2006/main">
              <a:ext uri="{FF2B5EF4-FFF2-40B4-BE49-F238E27FC236}">
                <a16:creationId xmlns:a16="http://schemas.microsoft.com/office/drawing/2014/main" id="{6F3D2205-77C8-45B9-B79B-06FC0DEB7DA9}"/>
              </a:ext>
            </a:extLst>
          </p:cNvPr>
          <p:cNvSpPr>
            <a:spLocks xmlns:a="http://schemas.openxmlformats.org/drawingml/2006/main" noGrp="1"/>
          </p:cNvSpPr>
          <p:nvPr/>
        </p:nvSpPr>
        <p:spPr>
          <a:xfrm xmlns:a="http://schemas.openxmlformats.org/drawingml/2006/main">
            <a:off x="685800" y="4267200"/>
            <a:ext cx="1047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2304A"/>
                </a:solidFill>
                <a:latin typeface="Arial"/>
                <a:ea typeface="Arial"/>
                <a:cs typeface="Arial"/>
              </a:defRPr>
            </a:defPPr>
            <a:lvl1pPr algn="l">
              <a:defRPr sz="1875" b="0">
                <a:solidFill>
                  <a:srgbClr val="12304A"/>
                </a:solidFill>
                <a:latin typeface="Arial"/>
                <a:ea typeface="Arial"/>
                <a:cs typeface="Arial"/>
              </a:defRPr>
            </a:lvl1pPr>
            <a:lvl2pPr algn="l">
              <a:defRPr sz="1875" b="0">
                <a:solidFill>
                  <a:srgbClr val="12304A"/>
                </a:solidFill>
                <a:latin typeface="Arial"/>
                <a:ea typeface="Arial"/>
                <a:cs typeface="Arial"/>
              </a:defRPr>
            </a:lvl2pPr>
            <a:lvl3pPr algn="l">
              <a:defRPr sz="1875" b="0">
                <a:solidFill>
                  <a:srgbClr val="12304A"/>
                </a:solidFill>
                <a:latin typeface="Arial"/>
                <a:ea typeface="Arial"/>
                <a:cs typeface="Arial"/>
              </a:defRPr>
            </a:lvl3pPr>
            <a:lvl4pPr algn="l">
              <a:defRPr sz="1875" b="0">
                <a:solidFill>
                  <a:srgbClr val="12304A"/>
                </a:solidFill>
                <a:latin typeface="Arial"/>
                <a:ea typeface="Arial"/>
                <a:cs typeface="Arial"/>
              </a:defRPr>
            </a:lvl4pPr>
            <a:lvl5pPr algn="l">
              <a:defRPr sz="1875" b="0">
                <a:solidFill>
                  <a:srgbClr val="12304A"/>
                </a:solidFill>
                <a:latin typeface="Arial"/>
                <a:ea typeface="Arial"/>
                <a:cs typeface="Arial"/>
              </a:defRPr>
            </a:lvl5pPr>
            <a:lvl6pPr algn="l">
              <a:defRPr sz="1875" b="0">
                <a:solidFill>
                  <a:srgbClr val="12304A"/>
                </a:solidFill>
                <a:latin typeface="Arial"/>
                <a:ea typeface="Arial"/>
                <a:cs typeface="Arial"/>
              </a:defRPr>
            </a:lvl6pPr>
            <a:lvl7pPr algn="l">
              <a:defRPr sz="1875" b="0">
                <a:solidFill>
                  <a:srgbClr val="12304A"/>
                </a:solidFill>
                <a:latin typeface="Arial"/>
                <a:ea typeface="Arial"/>
                <a:cs typeface="Arial"/>
              </a:defRPr>
            </a:lvl7pPr>
            <a:lvl8pPr algn="l">
              <a:defRPr sz="1875" b="0">
                <a:solidFill>
                  <a:srgbClr val="12304A"/>
                </a:solidFill>
                <a:latin typeface="Arial"/>
                <a:ea typeface="Arial"/>
                <a:cs typeface="Arial"/>
              </a:defRPr>
            </a:lvl8pPr>
            <a:lvl9pPr algn="l">
              <a:defRPr sz="1875" b="0">
                <a:solidFill>
                  <a:srgbClr val="12304A"/>
                </a:solidFill>
                <a:latin typeface="Arial"/>
                <a:ea typeface="Arial"/>
                <a:cs typeface="Arial"/>
              </a:defRPr>
            </a:lvl9pPr>
          </a:lstStyle>
          <a:p xmlns:a="http://schemas.openxmlformats.org/drawingml/2006/main">
            <a:pPr algn="l">
              <a:lnSpc>
                <a:spcPct val="108000"/>
              </a:lnSpc>
              <a:buNone/>
              <a:defRPr sz="1875" b="0">
                <a:solidFill>
                  <a:srgbClr val="12304A"/>
                </a:solidFill>
                <a:latin typeface="Arial"/>
                <a:ea typeface="Arial"/>
                <a:cs typeface="Arial"/>
              </a:defRPr>
            </a:pPr>
            <a:r>
              <a:rPr sz="1875" b="0">
                <a:solidFill>
                  <a:srgbClr val="12304A"/>
                </a:solidFill>
                <a:latin typeface="Arial"/>
                <a:ea typeface="Arial"/>
                <a:cs typeface="Arial"/>
              </a:rPr>
              <a:t>“We are building a protein-level research classifier from curated human evidence. The current dataset is not ready for binary training, so we report no model performance yet.”</a:t>
            </a:r>
          </a:p>
        </p:txBody>
      </p:sp>
      <p:sp>
        <p:nvSpPr>
          <p:cNvPr id="13" name="">
            <a:extLst xmlns:a="http://schemas.openxmlformats.org/drawingml/2006/main">
              <a:ext uri="{FF2B5EF4-FFF2-40B4-BE49-F238E27FC236}">
                <a16:creationId xmlns:a16="http://schemas.microsoft.com/office/drawing/2014/main" id="{A81F9267-811C-47CE-9430-A4B711CDADC5}"/>
              </a:ext>
            </a:extLst>
          </p:cNvPr>
          <p:cNvSpPr>
            <a:spLocks xmlns:a="http://schemas.openxmlformats.org/drawingml/2006/main" noGrp="1"/>
          </p:cNvSpPr>
          <p:nvPr/>
        </p:nvSpPr>
        <p:spPr>
          <a:xfrm xmlns:a="http://schemas.openxmlformats.org/drawingml/2006/main">
            <a:off x="685800" y="567690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F7483"/>
                </a:solidFill>
                <a:latin typeface="Arial"/>
                <a:ea typeface="Arial"/>
                <a:cs typeface="Arial"/>
              </a:defRPr>
            </a:defPPr>
            <a:lvl1pPr algn="l">
              <a:defRPr sz="1350" b="0">
                <a:solidFill>
                  <a:srgbClr val="5F7483"/>
                </a:solidFill>
                <a:latin typeface="Arial"/>
                <a:ea typeface="Arial"/>
                <a:cs typeface="Arial"/>
              </a:defRPr>
            </a:lvl1pPr>
            <a:lvl2pPr algn="l">
              <a:defRPr sz="1350" b="0">
                <a:solidFill>
                  <a:srgbClr val="5F7483"/>
                </a:solidFill>
                <a:latin typeface="Arial"/>
                <a:ea typeface="Arial"/>
                <a:cs typeface="Arial"/>
              </a:defRPr>
            </a:lvl2pPr>
            <a:lvl3pPr algn="l">
              <a:defRPr sz="1350" b="0">
                <a:solidFill>
                  <a:srgbClr val="5F7483"/>
                </a:solidFill>
                <a:latin typeface="Arial"/>
                <a:ea typeface="Arial"/>
                <a:cs typeface="Arial"/>
              </a:defRPr>
            </a:lvl3pPr>
            <a:lvl4pPr algn="l">
              <a:defRPr sz="1350" b="0">
                <a:solidFill>
                  <a:srgbClr val="5F7483"/>
                </a:solidFill>
                <a:latin typeface="Arial"/>
                <a:ea typeface="Arial"/>
                <a:cs typeface="Arial"/>
              </a:defRPr>
            </a:lvl4pPr>
            <a:lvl5pPr algn="l">
              <a:defRPr sz="1350" b="0">
                <a:solidFill>
                  <a:srgbClr val="5F7483"/>
                </a:solidFill>
                <a:latin typeface="Arial"/>
                <a:ea typeface="Arial"/>
                <a:cs typeface="Arial"/>
              </a:defRPr>
            </a:lvl5pPr>
            <a:lvl6pPr algn="l">
              <a:defRPr sz="1350" b="0">
                <a:solidFill>
                  <a:srgbClr val="5F7483"/>
                </a:solidFill>
                <a:latin typeface="Arial"/>
                <a:ea typeface="Arial"/>
                <a:cs typeface="Arial"/>
              </a:defRPr>
            </a:lvl6pPr>
            <a:lvl7pPr algn="l">
              <a:defRPr sz="1350" b="0">
                <a:solidFill>
                  <a:srgbClr val="5F7483"/>
                </a:solidFill>
                <a:latin typeface="Arial"/>
                <a:ea typeface="Arial"/>
                <a:cs typeface="Arial"/>
              </a:defRPr>
            </a:lvl7pPr>
            <a:lvl8pPr algn="l">
              <a:defRPr sz="1350" b="0">
                <a:solidFill>
                  <a:srgbClr val="5F7483"/>
                </a:solidFill>
                <a:latin typeface="Arial"/>
                <a:ea typeface="Arial"/>
                <a:cs typeface="Arial"/>
              </a:defRPr>
            </a:lvl8pPr>
            <a:lvl9pPr algn="l">
              <a:defRPr sz="1350" b="0">
                <a:solidFill>
                  <a:srgbClr val="5F7483"/>
                </a:solidFill>
                <a:latin typeface="Arial"/>
                <a:ea typeface="Arial"/>
                <a:cs typeface="Arial"/>
              </a:defRPr>
            </a:lvl9pPr>
          </a:lstStyle>
          <a:p xmlns:a="http://schemas.openxmlformats.org/drawingml/2006/main">
            <a:pPr algn="l">
              <a:lnSpc>
                <a:spcPct val="108000"/>
              </a:lnSpc>
              <a:buNone/>
              <a:defRPr sz="1350" b="0">
                <a:solidFill>
                  <a:srgbClr val="5F7483"/>
                </a:solidFill>
                <a:latin typeface="Arial"/>
                <a:ea typeface="Arial"/>
                <a:cs typeface="Arial"/>
              </a:defRPr>
            </a:pPr>
            <a:r>
              <a:rPr sz="1350" b="0">
                <a:solidFill>
                  <a:srgbClr val="5F7483"/>
                </a:solidFill>
                <a:latin typeface="Arial"/>
                <a:ea typeface="Arial"/>
                <a:cs typeface="Arial"/>
              </a:rPr>
              <a:t>Repository workflow: review evidence → retrieve and validate sequences → assess readiness → cluster → train and evaluate when justified.</a:t>
            </a:r>
          </a:p>
        </p:txBody>
      </p:sp>
    </p:spTree>
    <p:extLst>
      <p:ext uri="{BB962C8B-B14F-4D97-AF65-F5344CB8AC3E}">
        <p14:creationId xmlns:p14="http://schemas.microsoft.com/office/powerpoint/2010/main" val="5120357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2026-10-25T06:37:55.7420000Z</dcterms:created>
  <dcterms:modified xsi:type="dcterms:W3CDTF">2026-10-25T06:37:55.7420000Z</dcterms:modified>
</coreProperties>
</file>